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5"/>
    <p:sldId id="257" r:id="rId6"/>
    <p:sldId id="264" r:id="rId7"/>
    <p:sldId id="258" r:id="rId8"/>
    <p:sldId id="259" r:id="rId9"/>
    <p:sldId id="260" r:id="rId10"/>
    <p:sldId id="265" r:id="rId11"/>
    <p:sldId id="2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AF1886-3DA0-4098-43C1-C07BA51FE280}" v="1" dt="2026-05-14T16:57:33.4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rtwhistle, Emily (Student)" userId="S::birtwhie@lancaster.ac.uk::d340efa6-9b39-4bc0-acfb-de6670ab9fe6" providerId="AD" clId="Web-{05217347-C390-35AF-7BED-A6F64A4EC271}"/>
    <pc:docChg chg="modSld">
      <pc:chgData name="Birtwhistle, Emily (Student)" userId="S::birtwhie@lancaster.ac.uk::d340efa6-9b39-4bc0-acfb-de6670ab9fe6" providerId="AD" clId="Web-{05217347-C390-35AF-7BED-A6F64A4EC271}" dt="2026-04-23T13:41:58.095" v="46"/>
      <pc:docMkLst>
        <pc:docMk/>
      </pc:docMkLst>
      <pc:sldChg chg="modNotes">
        <pc:chgData name="Birtwhistle, Emily (Student)" userId="S::birtwhie@lancaster.ac.uk::d340efa6-9b39-4bc0-acfb-de6670ab9fe6" providerId="AD" clId="Web-{05217347-C390-35AF-7BED-A6F64A4EC271}" dt="2026-04-23T13:41:58.095" v="46"/>
        <pc:sldMkLst>
          <pc:docMk/>
          <pc:sldMk cId="3479213983" sldId="259"/>
        </pc:sldMkLst>
      </pc:sldChg>
    </pc:docChg>
  </pc:docChgLst>
  <pc:docChgLst>
    <pc:chgData name="Zaim, Turhan (Student)" userId="S::zaimt@lancaster.ac.uk::3237a45f-3b3b-4e57-b493-4a5b1e3eec1f" providerId="AD" clId="Web-{A88BE90B-28E0-B4CC-6141-B3DE63BC3222}"/>
    <pc:docChg chg="modSld">
      <pc:chgData name="Zaim, Turhan (Student)" userId="S::zaimt@lancaster.ac.uk::3237a45f-3b3b-4e57-b493-4a5b1e3eec1f" providerId="AD" clId="Web-{A88BE90B-28E0-B4CC-6141-B3DE63BC3222}" dt="2026-04-22T22:33:43.168" v="1126"/>
      <pc:docMkLst>
        <pc:docMk/>
      </pc:docMkLst>
      <pc:sldChg chg="modSp modNotes">
        <pc:chgData name="Zaim, Turhan (Student)" userId="S::zaimt@lancaster.ac.uk::3237a45f-3b3b-4e57-b493-4a5b1e3eec1f" providerId="AD" clId="Web-{A88BE90B-28E0-B4CC-6141-B3DE63BC3222}" dt="2026-04-22T22:33:43.168" v="1126"/>
        <pc:sldMkLst>
          <pc:docMk/>
          <pc:sldMk cId="3479213983" sldId="259"/>
        </pc:sldMkLst>
        <pc:spChg chg="mod">
          <ac:chgData name="Zaim, Turhan (Student)" userId="S::zaimt@lancaster.ac.uk::3237a45f-3b3b-4e57-b493-4a5b1e3eec1f" providerId="AD" clId="Web-{A88BE90B-28E0-B4CC-6141-B3DE63BC3222}" dt="2026-04-22T22:31:26.708" v="961" actId="20577"/>
          <ac:spMkLst>
            <pc:docMk/>
            <pc:sldMk cId="3479213983" sldId="259"/>
            <ac:spMk id="3" creationId="{4691407B-6E60-9FA5-17F9-D6CF5F481120}"/>
          </ac:spMkLst>
        </pc:spChg>
      </pc:sldChg>
    </pc:docChg>
  </pc:docChgLst>
  <pc:docChgLst>
    <pc:chgData name="Emily Birtwhistle" userId="65ffdf86d6bb87ee" providerId="LiveId" clId="{FD2D7517-6D2B-48F9-BE5E-780985830B63}"/>
    <pc:docChg chg="modSld">
      <pc:chgData name="Emily Birtwhistle" userId="65ffdf86d6bb87ee" providerId="LiveId" clId="{FD2D7517-6D2B-48F9-BE5E-780985830B63}" dt="2026-04-15T17:48:27.431" v="105" actId="20577"/>
      <pc:docMkLst>
        <pc:docMk/>
      </pc:docMkLst>
      <pc:sldChg chg="modSp mod">
        <pc:chgData name="Emily Birtwhistle" userId="65ffdf86d6bb87ee" providerId="LiveId" clId="{FD2D7517-6D2B-48F9-BE5E-780985830B63}" dt="2026-04-15T17:48:27.431" v="105" actId="20577"/>
        <pc:sldMkLst>
          <pc:docMk/>
          <pc:sldMk cId="2852471972" sldId="256"/>
        </pc:sldMkLst>
        <pc:spChg chg="mod">
          <ac:chgData name="Emily Birtwhistle" userId="65ffdf86d6bb87ee" providerId="LiveId" clId="{FD2D7517-6D2B-48F9-BE5E-780985830B63}" dt="2026-04-15T17:48:27.431" v="105" actId="20577"/>
          <ac:spMkLst>
            <pc:docMk/>
            <pc:sldMk cId="2852471972" sldId="256"/>
            <ac:spMk id="3" creationId="{3A2DF6C1-C7AE-7C7F-22A3-158107AD7A75}"/>
          </ac:spMkLst>
        </pc:spChg>
      </pc:sldChg>
    </pc:docChg>
  </pc:docChgLst>
  <pc:docChgLst>
    <pc:chgData name="Davies, Tom (daviest7) (Student)" userId="S::daviest7@lancaster.ac.uk::1dc272a4-d07c-4a6c-9201-934be4c600cd" providerId="AD" clId="Web-{6B310D6F-CC95-08C5-6501-E9F2DCE1F8B8}"/>
    <pc:docChg chg="modSld">
      <pc:chgData name="Davies, Tom (daviest7) (Student)" userId="S::daviest7@lancaster.ac.uk::1dc272a4-d07c-4a6c-9201-934be4c600cd" providerId="AD" clId="Web-{6B310D6F-CC95-08C5-6501-E9F2DCE1F8B8}" dt="2026-04-21T11:59:38.915" v="931" actId="20577"/>
      <pc:docMkLst>
        <pc:docMk/>
      </pc:docMkLst>
      <pc:sldChg chg="modSp">
        <pc:chgData name="Davies, Tom (daviest7) (Student)" userId="S::daviest7@lancaster.ac.uk::1dc272a4-d07c-4a6c-9201-934be4c600cd" providerId="AD" clId="Web-{6B310D6F-CC95-08C5-6501-E9F2DCE1F8B8}" dt="2026-04-21T11:59:38.915" v="931" actId="20577"/>
        <pc:sldMkLst>
          <pc:docMk/>
          <pc:sldMk cId="2844349850" sldId="261"/>
        </pc:sldMkLst>
        <pc:spChg chg="mod">
          <ac:chgData name="Davies, Tom (daviest7) (Student)" userId="S::daviest7@lancaster.ac.uk::1dc272a4-d07c-4a6c-9201-934be4c600cd" providerId="AD" clId="Web-{6B310D6F-CC95-08C5-6501-E9F2DCE1F8B8}" dt="2026-04-21T11:23:55.170" v="3" actId="1076"/>
          <ac:spMkLst>
            <pc:docMk/>
            <pc:sldMk cId="2844349850" sldId="261"/>
            <ac:spMk id="2" creationId="{CA332F0C-0D9C-9FD0-1182-FA98FA87E36E}"/>
          </ac:spMkLst>
        </pc:spChg>
      </pc:sldChg>
    </pc:docChg>
  </pc:docChgLst>
  <pc:docChgLst>
    <pc:chgData name="Davies, Tom (daviest7) (Student)" userId="S::daviest7@lancaster.ac.uk::1dc272a4-d07c-4a6c-9201-934be4c600cd" providerId="AD" clId="Web-{1AA0C1CE-DD7E-2EC9-FCCA-805A94D39490}"/>
    <pc:docChg chg="modSld">
      <pc:chgData name="Davies, Tom (daviest7) (Student)" userId="S::daviest7@lancaster.ac.uk::1dc272a4-d07c-4a6c-9201-934be4c600cd" providerId="AD" clId="Web-{1AA0C1CE-DD7E-2EC9-FCCA-805A94D39490}" dt="2026-04-23T12:46:50.521" v="1939" actId="20577"/>
      <pc:docMkLst>
        <pc:docMk/>
      </pc:docMkLst>
      <pc:sldChg chg="modSp">
        <pc:chgData name="Davies, Tom (daviest7) (Student)" userId="S::daviest7@lancaster.ac.uk::1dc272a4-d07c-4a6c-9201-934be4c600cd" providerId="AD" clId="Web-{1AA0C1CE-DD7E-2EC9-FCCA-805A94D39490}" dt="2026-04-23T12:46:50.521" v="1939" actId="20577"/>
        <pc:sldMkLst>
          <pc:docMk/>
          <pc:sldMk cId="2852471972" sldId="256"/>
        </pc:sldMkLst>
        <pc:spChg chg="mod">
          <ac:chgData name="Davies, Tom (daviest7) (Student)" userId="S::daviest7@lancaster.ac.uk::1dc272a4-d07c-4a6c-9201-934be4c600cd" providerId="AD" clId="Web-{1AA0C1CE-DD7E-2EC9-FCCA-805A94D39490}" dt="2026-04-23T12:46:50.521" v="1939" actId="20577"/>
          <ac:spMkLst>
            <pc:docMk/>
            <pc:sldMk cId="2852471972" sldId="256"/>
            <ac:spMk id="3" creationId="{3A2DF6C1-C7AE-7C7F-22A3-158107AD7A75}"/>
          </ac:spMkLst>
        </pc:spChg>
      </pc:sldChg>
      <pc:sldChg chg="modSp">
        <pc:chgData name="Davies, Tom (daviest7) (Student)" userId="S::daviest7@lancaster.ac.uk::1dc272a4-d07c-4a6c-9201-934be4c600cd" providerId="AD" clId="Web-{1AA0C1CE-DD7E-2EC9-FCCA-805A94D39490}" dt="2026-04-23T12:24:50.048" v="1861" actId="20577"/>
        <pc:sldMkLst>
          <pc:docMk/>
          <pc:sldMk cId="3479213983" sldId="259"/>
        </pc:sldMkLst>
        <pc:spChg chg="mod">
          <ac:chgData name="Davies, Tom (daviest7) (Student)" userId="S::daviest7@lancaster.ac.uk::1dc272a4-d07c-4a6c-9201-934be4c600cd" providerId="AD" clId="Web-{1AA0C1CE-DD7E-2EC9-FCCA-805A94D39490}" dt="2026-04-23T12:24:50.048" v="1861" actId="20577"/>
          <ac:spMkLst>
            <pc:docMk/>
            <pc:sldMk cId="3479213983" sldId="259"/>
            <ac:spMk id="3" creationId="{4691407B-6E60-9FA5-17F9-D6CF5F481120}"/>
          </ac:spMkLst>
        </pc:spChg>
      </pc:sldChg>
      <pc:sldChg chg="modSp modNotes">
        <pc:chgData name="Davies, Tom (daviest7) (Student)" userId="S::daviest7@lancaster.ac.uk::1dc272a4-d07c-4a6c-9201-934be4c600cd" providerId="AD" clId="Web-{1AA0C1CE-DD7E-2EC9-FCCA-805A94D39490}" dt="2026-04-23T12:22:58.153" v="1854"/>
        <pc:sldMkLst>
          <pc:docMk/>
          <pc:sldMk cId="2844349850" sldId="261"/>
        </pc:sldMkLst>
        <pc:spChg chg="mod">
          <ac:chgData name="Davies, Tom (daviest7) (Student)" userId="S::daviest7@lancaster.ac.uk::1dc272a4-d07c-4a6c-9201-934be4c600cd" providerId="AD" clId="Web-{1AA0C1CE-DD7E-2EC9-FCCA-805A94D39490}" dt="2026-04-23T12:14:04.155" v="659" actId="20577"/>
          <ac:spMkLst>
            <pc:docMk/>
            <pc:sldMk cId="2844349850" sldId="261"/>
            <ac:spMk id="25" creationId="{52200FA8-060C-D699-8EB9-700567BC90D9}"/>
          </ac:spMkLst>
        </pc:spChg>
      </pc:sldChg>
      <pc:sldChg chg="modSp">
        <pc:chgData name="Davies, Tom (daviest7) (Student)" userId="S::daviest7@lancaster.ac.uk::1dc272a4-d07c-4a6c-9201-934be4c600cd" providerId="AD" clId="Web-{1AA0C1CE-DD7E-2EC9-FCCA-805A94D39490}" dt="2026-04-23T12:23:49.530" v="1856" actId="20577"/>
        <pc:sldMkLst>
          <pc:docMk/>
          <pc:sldMk cId="2890484158" sldId="265"/>
        </pc:sldMkLst>
        <pc:spChg chg="mod">
          <ac:chgData name="Davies, Tom (daviest7) (Student)" userId="S::daviest7@lancaster.ac.uk::1dc272a4-d07c-4a6c-9201-934be4c600cd" providerId="AD" clId="Web-{1AA0C1CE-DD7E-2EC9-FCCA-805A94D39490}" dt="2026-04-23T12:23:49.530" v="1856" actId="20577"/>
          <ac:spMkLst>
            <pc:docMk/>
            <pc:sldMk cId="2890484158" sldId="265"/>
            <ac:spMk id="3" creationId="{23FE3435-0819-A6B2-F146-26A68248870E}"/>
          </ac:spMkLst>
        </pc:spChg>
      </pc:sldChg>
    </pc:docChg>
  </pc:docChgLst>
  <pc:docChgLst>
    <pc:chgData name="Eskandari, Mo (Student)" userId="S::eskandam@lancaster.ac.uk::8726cd6b-b5d1-4bd3-a810-248467959b02" providerId="AD" clId="Web-{462C2EA5-D229-5955-F960-2AEF4D49CA8C}"/>
    <pc:docChg chg="modSld">
      <pc:chgData name="Eskandari, Mo (Student)" userId="S::eskandam@lancaster.ac.uk::8726cd6b-b5d1-4bd3-a810-248467959b02" providerId="AD" clId="Web-{462C2EA5-D229-5955-F960-2AEF4D49CA8C}" dt="2026-04-23T13:20:32.393" v="10"/>
      <pc:docMkLst>
        <pc:docMk/>
      </pc:docMkLst>
      <pc:sldChg chg="modSp">
        <pc:chgData name="Eskandari, Mo (Student)" userId="S::eskandam@lancaster.ac.uk::8726cd6b-b5d1-4bd3-a810-248467959b02" providerId="AD" clId="Web-{462C2EA5-D229-5955-F960-2AEF4D49CA8C}" dt="2026-04-23T13:20:12.955" v="4"/>
        <pc:sldMkLst>
          <pc:docMk/>
          <pc:sldMk cId="1275886168" sldId="257"/>
        </pc:sldMkLst>
        <pc:picChg chg="mod">
          <ac:chgData name="Eskandari, Mo (Student)" userId="S::eskandam@lancaster.ac.uk::8726cd6b-b5d1-4bd3-a810-248467959b02" providerId="AD" clId="Web-{462C2EA5-D229-5955-F960-2AEF4D49CA8C}" dt="2026-04-23T13:20:12.955" v="4"/>
          <ac:picMkLst>
            <pc:docMk/>
            <pc:sldMk cId="1275886168" sldId="257"/>
            <ac:picMk id="4" creationId="{3E3B7FC5-3C4C-2C25-5295-E1CD3A5272F2}"/>
          </ac:picMkLst>
        </pc:picChg>
        <pc:picChg chg="mod">
          <ac:chgData name="Eskandari, Mo (Student)" userId="S::eskandam@lancaster.ac.uk::8726cd6b-b5d1-4bd3-a810-248467959b02" providerId="AD" clId="Web-{462C2EA5-D229-5955-F960-2AEF4D49CA8C}" dt="2026-04-23T13:19:22.126" v="0"/>
          <ac:picMkLst>
            <pc:docMk/>
            <pc:sldMk cId="1275886168" sldId="257"/>
            <ac:picMk id="5" creationId="{F96C873A-5A09-5CA9-4AD4-DBF93136567F}"/>
          </ac:picMkLst>
        </pc:picChg>
        <pc:picChg chg="mod">
          <ac:chgData name="Eskandari, Mo (Student)" userId="S::eskandam@lancaster.ac.uk::8726cd6b-b5d1-4bd3-a810-248467959b02" providerId="AD" clId="Web-{462C2EA5-D229-5955-F960-2AEF4D49CA8C}" dt="2026-04-23T13:20:04.252" v="2"/>
          <ac:picMkLst>
            <pc:docMk/>
            <pc:sldMk cId="1275886168" sldId="257"/>
            <ac:picMk id="6" creationId="{0B29D855-4EC0-9080-4817-19564ACD3974}"/>
          </ac:picMkLst>
        </pc:picChg>
      </pc:sldChg>
      <pc:sldChg chg="modSp">
        <pc:chgData name="Eskandari, Mo (Student)" userId="S::eskandam@lancaster.ac.uk::8726cd6b-b5d1-4bd3-a810-248467959b02" providerId="AD" clId="Web-{462C2EA5-D229-5955-F960-2AEF4D49CA8C}" dt="2026-04-23T13:20:32.393" v="10"/>
        <pc:sldMkLst>
          <pc:docMk/>
          <pc:sldMk cId="2711862870" sldId="264"/>
        </pc:sldMkLst>
        <pc:picChg chg="mod">
          <ac:chgData name="Eskandari, Mo (Student)" userId="S::eskandam@lancaster.ac.uk::8726cd6b-b5d1-4bd3-a810-248467959b02" providerId="AD" clId="Web-{462C2EA5-D229-5955-F960-2AEF4D49CA8C}" dt="2026-04-23T13:20:25.908" v="8"/>
          <ac:picMkLst>
            <pc:docMk/>
            <pc:sldMk cId="2711862870" sldId="264"/>
            <ac:picMk id="4" creationId="{83B027A4-0382-16CA-A73D-9D9FDCE040CD}"/>
          </ac:picMkLst>
        </pc:picChg>
        <pc:picChg chg="mod">
          <ac:chgData name="Eskandari, Mo (Student)" userId="S::eskandam@lancaster.ac.uk::8726cd6b-b5d1-4bd3-a810-248467959b02" providerId="AD" clId="Web-{462C2EA5-D229-5955-F960-2AEF4D49CA8C}" dt="2026-04-23T13:20:21.017" v="6"/>
          <ac:picMkLst>
            <pc:docMk/>
            <pc:sldMk cId="2711862870" sldId="264"/>
            <ac:picMk id="5" creationId="{D024D06E-1B18-067D-CA91-C10BA78F5E17}"/>
          </ac:picMkLst>
        </pc:picChg>
        <pc:picChg chg="mod">
          <ac:chgData name="Eskandari, Mo (Student)" userId="S::eskandam@lancaster.ac.uk::8726cd6b-b5d1-4bd3-a810-248467959b02" providerId="AD" clId="Web-{462C2EA5-D229-5955-F960-2AEF4D49CA8C}" dt="2026-04-23T13:20:32.393" v="10"/>
          <ac:picMkLst>
            <pc:docMk/>
            <pc:sldMk cId="2711862870" sldId="264"/>
            <ac:picMk id="6" creationId="{57BBCEBD-69FE-9A69-5189-0656BE28E198}"/>
          </ac:picMkLst>
        </pc:picChg>
      </pc:sldChg>
    </pc:docChg>
  </pc:docChgLst>
  <pc:docChgLst>
    <pc:chgData name="Birtwhistle, Emily (Student)" userId="S::birtwhie@lancaster.ac.uk::d340efa6-9b39-4bc0-acfb-de6670ab9fe6" providerId="AD" clId="Web-{F30044A3-707D-437F-B1BC-F62D25B146F5}"/>
    <pc:docChg chg="modSld">
      <pc:chgData name="Birtwhistle, Emily (Student)" userId="S::birtwhie@lancaster.ac.uk::d340efa6-9b39-4bc0-acfb-de6670ab9fe6" providerId="AD" clId="Web-{F30044A3-707D-437F-B1BC-F62D25B146F5}" dt="2026-04-24T12:53:26.413" v="0" actId="20577"/>
      <pc:docMkLst>
        <pc:docMk/>
      </pc:docMkLst>
      <pc:sldChg chg="modSp">
        <pc:chgData name="Birtwhistle, Emily (Student)" userId="S::birtwhie@lancaster.ac.uk::d340efa6-9b39-4bc0-acfb-de6670ab9fe6" providerId="AD" clId="Web-{F30044A3-707D-437F-B1BC-F62D25B146F5}" dt="2026-04-24T12:53:26.413" v="0" actId="20577"/>
        <pc:sldMkLst>
          <pc:docMk/>
          <pc:sldMk cId="2852471972" sldId="256"/>
        </pc:sldMkLst>
        <pc:spChg chg="mod">
          <ac:chgData name="Birtwhistle, Emily (Student)" userId="S::birtwhie@lancaster.ac.uk::d340efa6-9b39-4bc0-acfb-de6670ab9fe6" providerId="AD" clId="Web-{F30044A3-707D-437F-B1BC-F62D25B146F5}" dt="2026-04-24T12:53:26.413" v="0" actId="20577"/>
          <ac:spMkLst>
            <pc:docMk/>
            <pc:sldMk cId="2852471972" sldId="256"/>
            <ac:spMk id="3" creationId="{3A2DF6C1-C7AE-7C7F-22A3-158107AD7A75}"/>
          </ac:spMkLst>
        </pc:spChg>
      </pc:sldChg>
    </pc:docChg>
  </pc:docChgLst>
  <pc:docChgLst>
    <pc:chgData name="Zaim, Turhan (Student)" userId="S::zaimt@lancaster.ac.uk::3237a45f-3b3b-4e57-b493-4a5b1e3eec1f" providerId="AD" clId="Web-{7DC81B8D-C57B-6010-C5E4-551C73CB89BF}"/>
    <pc:docChg chg="modSld">
      <pc:chgData name="Zaim, Turhan (Student)" userId="S::zaimt@lancaster.ac.uk::3237a45f-3b3b-4e57-b493-4a5b1e3eec1f" providerId="AD" clId="Web-{7DC81B8D-C57B-6010-C5E4-551C73CB89BF}" dt="2026-04-22T22:05:07.231" v="3006" actId="20577"/>
      <pc:docMkLst>
        <pc:docMk/>
      </pc:docMkLst>
      <pc:sldChg chg="modSp modNotes">
        <pc:chgData name="Zaim, Turhan (Student)" userId="S::zaimt@lancaster.ac.uk::3237a45f-3b3b-4e57-b493-4a5b1e3eec1f" providerId="AD" clId="Web-{7DC81B8D-C57B-6010-C5E4-551C73CB89BF}" dt="2026-04-22T22:05:07.231" v="3006" actId="20577"/>
        <pc:sldMkLst>
          <pc:docMk/>
          <pc:sldMk cId="3479213983" sldId="259"/>
        </pc:sldMkLst>
        <pc:spChg chg="mod">
          <ac:chgData name="Zaim, Turhan (Student)" userId="S::zaimt@lancaster.ac.uk::3237a45f-3b3b-4e57-b493-4a5b1e3eec1f" providerId="AD" clId="Web-{7DC81B8D-C57B-6010-C5E4-551C73CB89BF}" dt="2026-04-22T22:05:07.231" v="3006" actId="20577"/>
          <ac:spMkLst>
            <pc:docMk/>
            <pc:sldMk cId="3479213983" sldId="259"/>
            <ac:spMk id="3" creationId="{4691407B-6E60-9FA5-17F9-D6CF5F481120}"/>
          </ac:spMkLst>
        </pc:spChg>
      </pc:sldChg>
    </pc:docChg>
  </pc:docChgLst>
  <pc:docChgLst>
    <pc:chgData name="Byles, Lewis (Student)" userId="S::bylesl@lancaster.ac.uk::4a2392e2-b690-4814-9d5f-43b55be66dae" providerId="AD" clId="Web-{F9F290EF-0E5A-6CC2-385A-7A7149C0D2F1}"/>
    <pc:docChg chg="addSld modSld">
      <pc:chgData name="Byles, Lewis (Student)" userId="S::bylesl@lancaster.ac.uk::4a2392e2-b690-4814-9d5f-43b55be66dae" providerId="AD" clId="Web-{F9F290EF-0E5A-6CC2-385A-7A7149C0D2F1}" dt="2026-04-20T10:50:02.891" v="10"/>
      <pc:docMkLst>
        <pc:docMk/>
      </pc:docMkLst>
      <pc:sldChg chg="addSp modSp mod setBg">
        <pc:chgData name="Byles, Lewis (Student)" userId="S::bylesl@lancaster.ac.uk::4a2392e2-b690-4814-9d5f-43b55be66dae" providerId="AD" clId="Web-{F9F290EF-0E5A-6CC2-385A-7A7149C0D2F1}" dt="2026-04-20T10:49:56.609" v="9"/>
        <pc:sldMkLst>
          <pc:docMk/>
          <pc:sldMk cId="2852471972" sldId="256"/>
        </pc:sldMkLst>
        <pc:spChg chg="mod">
          <ac:chgData name="Byles, Lewis (Student)" userId="S::bylesl@lancaster.ac.uk::4a2392e2-b690-4814-9d5f-43b55be66dae" providerId="AD" clId="Web-{F9F290EF-0E5A-6CC2-385A-7A7149C0D2F1}" dt="2026-04-20T10:49:56.609" v="9"/>
          <ac:spMkLst>
            <pc:docMk/>
            <pc:sldMk cId="2852471972" sldId="256"/>
            <ac:spMk id="2" creationId="{1EB336D2-3BF6-50B0-58B2-899BC798ED44}"/>
          </ac:spMkLst>
        </pc:spChg>
        <pc:spChg chg="mod">
          <ac:chgData name="Byles, Lewis (Student)" userId="S::bylesl@lancaster.ac.uk::4a2392e2-b690-4814-9d5f-43b55be66dae" providerId="AD" clId="Web-{F9F290EF-0E5A-6CC2-385A-7A7149C0D2F1}" dt="2026-04-20T10:49:56.609" v="9"/>
          <ac:spMkLst>
            <pc:docMk/>
            <pc:sldMk cId="2852471972" sldId="256"/>
            <ac:spMk id="3" creationId="{3A2DF6C1-C7AE-7C7F-22A3-158107AD7A75}"/>
          </ac:spMkLst>
        </pc:spChg>
      </pc:sldChg>
    </pc:docChg>
  </pc:docChgLst>
  <pc:docChgLst>
    <pc:chgData name="Byles, Lewis (Student)" userId="4a2392e2-b690-4814-9d5f-43b55be66dae" providerId="ADAL" clId="{E2298069-BDFD-4C5A-BB13-8A1FCEB01F4F}"/>
    <pc:docChg chg="custSel modSld">
      <pc:chgData name="Byles, Lewis (Student)" userId="4a2392e2-b690-4814-9d5f-43b55be66dae" providerId="ADAL" clId="{E2298069-BDFD-4C5A-BB13-8A1FCEB01F4F}" dt="2026-04-21T12:05:11.204" v="2951" actId="20577"/>
      <pc:docMkLst>
        <pc:docMk/>
      </pc:docMkLst>
      <pc:sldChg chg="addSp delSp modSp mod setBg modNotesTx">
        <pc:chgData name="Byles, Lewis (Student)" userId="4a2392e2-b690-4814-9d5f-43b55be66dae" providerId="ADAL" clId="{E2298069-BDFD-4C5A-BB13-8A1FCEB01F4F}" dt="2026-04-21T12:05:11.204" v="2951" actId="20577"/>
        <pc:sldMkLst>
          <pc:docMk/>
          <pc:sldMk cId="2368081176" sldId="258"/>
        </pc:sldMkLst>
        <pc:spChg chg="mod">
          <ac:chgData name="Byles, Lewis (Student)" userId="4a2392e2-b690-4814-9d5f-43b55be66dae" providerId="ADAL" clId="{E2298069-BDFD-4C5A-BB13-8A1FCEB01F4F}" dt="2026-04-21T12:04:31.528" v="2922" actId="14100"/>
          <ac:spMkLst>
            <pc:docMk/>
            <pc:sldMk cId="2368081176" sldId="258"/>
            <ac:spMk id="2" creationId="{69B6F961-FBD6-4730-9B7E-03464CC1D564}"/>
          </ac:spMkLst>
        </pc:spChg>
        <pc:spChg chg="mod">
          <ac:chgData name="Byles, Lewis (Student)" userId="4a2392e2-b690-4814-9d5f-43b55be66dae" providerId="ADAL" clId="{E2298069-BDFD-4C5A-BB13-8A1FCEB01F4F}" dt="2026-04-21T12:04:54.880" v="2933" actId="20577"/>
          <ac:spMkLst>
            <pc:docMk/>
            <pc:sldMk cId="2368081176" sldId="258"/>
            <ac:spMk id="3" creationId="{2A7B975A-36E6-1622-7A1A-0BBAC868540F}"/>
          </ac:spMkLst>
        </pc:spChg>
        <pc:spChg chg="add">
          <ac:chgData name="Byles, Lewis (Student)" userId="4a2392e2-b690-4814-9d5f-43b55be66dae" providerId="ADAL" clId="{E2298069-BDFD-4C5A-BB13-8A1FCEB01F4F}" dt="2026-04-21T11:45:26.188" v="931" actId="26606"/>
          <ac:spMkLst>
            <pc:docMk/>
            <pc:sldMk cId="2368081176" sldId="258"/>
            <ac:spMk id="1035" creationId="{1B15ED52-F352-441B-82BF-E0EA34836D08}"/>
          </ac:spMkLst>
        </pc:spChg>
        <pc:spChg chg="add">
          <ac:chgData name="Byles, Lewis (Student)" userId="4a2392e2-b690-4814-9d5f-43b55be66dae" providerId="ADAL" clId="{E2298069-BDFD-4C5A-BB13-8A1FCEB01F4F}" dt="2026-04-21T11:45:26.188" v="931" actId="26606"/>
          <ac:spMkLst>
            <pc:docMk/>
            <pc:sldMk cId="2368081176" sldId="258"/>
            <ac:spMk id="1037" creationId="{61707E60-CEC9-4661-AA82-69242EB4BDC3}"/>
          </ac:spMkLst>
        </pc:spChg>
        <pc:spChg chg="add">
          <ac:chgData name="Byles, Lewis (Student)" userId="4a2392e2-b690-4814-9d5f-43b55be66dae" providerId="ADAL" clId="{E2298069-BDFD-4C5A-BB13-8A1FCEB01F4F}" dt="2026-04-21T11:45:26.188" v="931" actId="26606"/>
          <ac:spMkLst>
            <pc:docMk/>
            <pc:sldMk cId="2368081176" sldId="258"/>
            <ac:spMk id="1039" creationId="{8F035CD8-AE30-4146-96F2-036B0CE5E4F3}"/>
          </ac:spMkLst>
        </pc:spChg>
        <pc:picChg chg="add mod ord">
          <ac:chgData name="Byles, Lewis (Student)" userId="4a2392e2-b690-4814-9d5f-43b55be66dae" providerId="ADAL" clId="{E2298069-BDFD-4C5A-BB13-8A1FCEB01F4F}" dt="2026-04-21T11:45:26.188" v="931" actId="26606"/>
          <ac:picMkLst>
            <pc:docMk/>
            <pc:sldMk cId="2368081176" sldId="258"/>
            <ac:picMk id="1030" creationId="{0A0A44BF-D9AE-6164-FD22-9522A40AB7A4}"/>
          </ac:picMkLst>
        </pc:picChg>
      </pc:sldChg>
    </pc:docChg>
  </pc:docChgLst>
  <pc:docChgLst>
    <pc:chgData name="Eskandari, Mo (Student)" userId="S::eskandam@lancaster.ac.uk::8726cd6b-b5d1-4bd3-a810-248467959b02" providerId="AD" clId="Web-{BB967924-A75C-D51E-1927-0776CDE465FF}"/>
    <pc:docChg chg="modSld">
      <pc:chgData name="Eskandari, Mo (Student)" userId="S::eskandam@lancaster.ac.uk::8726cd6b-b5d1-4bd3-a810-248467959b02" providerId="AD" clId="Web-{BB967924-A75C-D51E-1927-0776CDE465FF}" dt="2026-04-23T11:15:21.433" v="249"/>
      <pc:docMkLst>
        <pc:docMk/>
      </pc:docMkLst>
      <pc:sldChg chg="modSp modNotes">
        <pc:chgData name="Eskandari, Mo (Student)" userId="S::eskandam@lancaster.ac.uk::8726cd6b-b5d1-4bd3-a810-248467959b02" providerId="AD" clId="Web-{BB967924-A75C-D51E-1927-0776CDE465FF}" dt="2026-04-23T11:15:21.433" v="249"/>
        <pc:sldMkLst>
          <pc:docMk/>
          <pc:sldMk cId="1275886168" sldId="257"/>
        </pc:sldMkLst>
        <pc:spChg chg="mod">
          <ac:chgData name="Eskandari, Mo (Student)" userId="S::eskandam@lancaster.ac.uk::8726cd6b-b5d1-4bd3-a810-248467959b02" providerId="AD" clId="Web-{BB967924-A75C-D51E-1927-0776CDE465FF}" dt="2026-04-23T08:45:37.205" v="234" actId="20577"/>
          <ac:spMkLst>
            <pc:docMk/>
            <pc:sldMk cId="1275886168" sldId="257"/>
            <ac:spMk id="3" creationId="{9E27CCC8-92FB-EBBB-23BA-D1736DBD57EE}"/>
          </ac:spMkLst>
        </pc:spChg>
      </pc:sldChg>
      <pc:sldChg chg="modSp">
        <pc:chgData name="Eskandari, Mo (Student)" userId="S::eskandam@lancaster.ac.uk::8726cd6b-b5d1-4bd3-a810-248467959b02" providerId="AD" clId="Web-{BB967924-A75C-D51E-1927-0776CDE465FF}" dt="2026-04-23T08:38:52.768" v="143" actId="20577"/>
        <pc:sldMkLst>
          <pc:docMk/>
          <pc:sldMk cId="3479213983" sldId="259"/>
        </pc:sldMkLst>
        <pc:spChg chg="mod">
          <ac:chgData name="Eskandari, Mo (Student)" userId="S::eskandam@lancaster.ac.uk::8726cd6b-b5d1-4bd3-a810-248467959b02" providerId="AD" clId="Web-{BB967924-A75C-D51E-1927-0776CDE465FF}" dt="2026-04-23T08:38:52.768" v="143" actId="20577"/>
          <ac:spMkLst>
            <pc:docMk/>
            <pc:sldMk cId="3479213983" sldId="259"/>
            <ac:spMk id="3" creationId="{4691407B-6E60-9FA5-17F9-D6CF5F481120}"/>
          </ac:spMkLst>
        </pc:spChg>
      </pc:sldChg>
      <pc:sldChg chg="modSp modNotes">
        <pc:chgData name="Eskandari, Mo (Student)" userId="S::eskandam@lancaster.ac.uk::8726cd6b-b5d1-4bd3-a810-248467959b02" providerId="AD" clId="Web-{BB967924-A75C-D51E-1927-0776CDE465FF}" dt="2026-04-23T11:13:16.352" v="242"/>
        <pc:sldMkLst>
          <pc:docMk/>
          <pc:sldMk cId="2711862870" sldId="264"/>
        </pc:sldMkLst>
        <pc:spChg chg="mod">
          <ac:chgData name="Eskandari, Mo (Student)" userId="S::eskandam@lancaster.ac.uk::8726cd6b-b5d1-4bd3-a810-248467959b02" providerId="AD" clId="Web-{BB967924-A75C-D51E-1927-0776CDE465FF}" dt="2026-04-23T08:42:27.938" v="196" actId="20577"/>
          <ac:spMkLst>
            <pc:docMk/>
            <pc:sldMk cId="2711862870" sldId="264"/>
            <ac:spMk id="3" creationId="{11A2F3FA-3E40-C0C5-5B28-1E329ABFB866}"/>
          </ac:spMkLst>
        </pc:spChg>
      </pc:sldChg>
    </pc:docChg>
  </pc:docChgLst>
  <pc:docChgLst>
    <pc:chgData name="Eskandari, Mo (Student)" userId="S::eskandam@lancaster.ac.uk::8726cd6b-b5d1-4bd3-a810-248467959b02" providerId="AD" clId="Web-{E7A595CF-F1E6-B3DB-20DC-6250EB5CFF45}"/>
    <pc:docChg chg="modSld">
      <pc:chgData name="Eskandari, Mo (Student)" userId="S::eskandam@lancaster.ac.uk::8726cd6b-b5d1-4bd3-a810-248467959b02" providerId="AD" clId="Web-{E7A595CF-F1E6-B3DB-20DC-6250EB5CFF45}" dt="2026-04-23T12:14:49.722" v="1" actId="20577"/>
      <pc:docMkLst>
        <pc:docMk/>
      </pc:docMkLst>
      <pc:sldChg chg="modSp">
        <pc:chgData name="Eskandari, Mo (Student)" userId="S::eskandam@lancaster.ac.uk::8726cd6b-b5d1-4bd3-a810-248467959b02" providerId="AD" clId="Web-{E7A595CF-F1E6-B3DB-20DC-6250EB5CFF45}" dt="2026-04-23T12:14:49.722" v="1" actId="20577"/>
        <pc:sldMkLst>
          <pc:docMk/>
          <pc:sldMk cId="2711862870" sldId="264"/>
        </pc:sldMkLst>
        <pc:spChg chg="mod">
          <ac:chgData name="Eskandari, Mo (Student)" userId="S::eskandam@lancaster.ac.uk::8726cd6b-b5d1-4bd3-a810-248467959b02" providerId="AD" clId="Web-{E7A595CF-F1E6-B3DB-20DC-6250EB5CFF45}" dt="2026-04-23T12:14:49.722" v="1" actId="20577"/>
          <ac:spMkLst>
            <pc:docMk/>
            <pc:sldMk cId="2711862870" sldId="264"/>
            <ac:spMk id="3" creationId="{11A2F3FA-3E40-C0C5-5B28-1E329ABFB866}"/>
          </ac:spMkLst>
        </pc:spChg>
      </pc:sldChg>
    </pc:docChg>
  </pc:docChgLst>
  <pc:docChgLst>
    <pc:chgData name="Eskandari, Mo (Student)" userId="S::eskandam@lancaster.ac.uk::8726cd6b-b5d1-4bd3-a810-248467959b02" providerId="AD" clId="Web-{3E302520-9B64-ED10-647E-3FB611EB7AEB}"/>
    <pc:docChg chg="modSld">
      <pc:chgData name="Eskandari, Mo (Student)" userId="S::eskandam@lancaster.ac.uk::8726cd6b-b5d1-4bd3-a810-248467959b02" providerId="AD" clId="Web-{3E302520-9B64-ED10-647E-3FB611EB7AEB}" dt="2026-04-23T13:18:55.973" v="168"/>
      <pc:docMkLst>
        <pc:docMk/>
      </pc:docMkLst>
      <pc:sldChg chg="addSp modSp mod setBg">
        <pc:chgData name="Eskandari, Mo (Student)" userId="S::eskandam@lancaster.ac.uk::8726cd6b-b5d1-4bd3-a810-248467959b02" providerId="AD" clId="Web-{3E302520-9B64-ED10-647E-3FB611EB7AEB}" dt="2026-04-23T13:18:55.973" v="168"/>
        <pc:sldMkLst>
          <pc:docMk/>
          <pc:sldMk cId="1275886168" sldId="257"/>
        </pc:sldMkLst>
        <pc:spChg chg="mod">
          <ac:chgData name="Eskandari, Mo (Student)" userId="S::eskandam@lancaster.ac.uk::8726cd6b-b5d1-4bd3-a810-248467959b02" providerId="AD" clId="Web-{3E302520-9B64-ED10-647E-3FB611EB7AEB}" dt="2026-04-23T12:26:54.084" v="86"/>
          <ac:spMkLst>
            <pc:docMk/>
            <pc:sldMk cId="1275886168" sldId="257"/>
            <ac:spMk id="2" creationId="{57079132-6944-4215-5B0A-6329311E0D25}"/>
          </ac:spMkLst>
        </pc:spChg>
        <pc:spChg chg="mod ord">
          <ac:chgData name="Eskandari, Mo (Student)" userId="S::eskandam@lancaster.ac.uk::8726cd6b-b5d1-4bd3-a810-248467959b02" providerId="AD" clId="Web-{3E302520-9B64-ED10-647E-3FB611EB7AEB}" dt="2026-04-23T12:26:54.084" v="86"/>
          <ac:spMkLst>
            <pc:docMk/>
            <pc:sldMk cId="1275886168" sldId="257"/>
            <ac:spMk id="3" creationId="{9E27CCC8-92FB-EBBB-23BA-D1736DBD57EE}"/>
          </ac:spMkLst>
        </pc:spChg>
        <pc:spChg chg="add">
          <ac:chgData name="Eskandari, Mo (Student)" userId="S::eskandam@lancaster.ac.uk::8726cd6b-b5d1-4bd3-a810-248467959b02" providerId="AD" clId="Web-{3E302520-9B64-ED10-647E-3FB611EB7AEB}" dt="2026-04-23T12:26:54.084" v="86"/>
          <ac:spMkLst>
            <pc:docMk/>
            <pc:sldMk cId="1275886168" sldId="257"/>
            <ac:spMk id="11" creationId="{53B475F8-50AE-46A0-9943-B2B63183D50C}"/>
          </ac:spMkLst>
        </pc:spChg>
        <pc:spChg chg="add">
          <ac:chgData name="Eskandari, Mo (Student)" userId="S::eskandam@lancaster.ac.uk::8726cd6b-b5d1-4bd3-a810-248467959b02" providerId="AD" clId="Web-{3E302520-9B64-ED10-647E-3FB611EB7AEB}" dt="2026-04-23T12:26:54.084" v="86"/>
          <ac:spMkLst>
            <pc:docMk/>
            <pc:sldMk cId="1275886168" sldId="257"/>
            <ac:spMk id="13" creationId="{75F6FDB4-2351-48C2-A863-2364A02343C0}"/>
          </ac:spMkLst>
        </pc:spChg>
        <pc:picChg chg="add mod">
          <ac:chgData name="Eskandari, Mo (Student)" userId="S::eskandam@lancaster.ac.uk::8726cd6b-b5d1-4bd3-a810-248467959b02" providerId="AD" clId="Web-{3E302520-9B64-ED10-647E-3FB611EB7AEB}" dt="2026-04-23T12:26:54.084" v="86"/>
          <ac:picMkLst>
            <pc:docMk/>
            <pc:sldMk cId="1275886168" sldId="257"/>
            <ac:picMk id="4" creationId="{3E3B7FC5-3C4C-2C25-5295-E1CD3A5272F2}"/>
          </ac:picMkLst>
        </pc:picChg>
        <pc:picChg chg="add mod">
          <ac:chgData name="Eskandari, Mo (Student)" userId="S::eskandam@lancaster.ac.uk::8726cd6b-b5d1-4bd3-a810-248467959b02" providerId="AD" clId="Web-{3E302520-9B64-ED10-647E-3FB611EB7AEB}" dt="2026-04-23T13:18:55.973" v="168"/>
          <ac:picMkLst>
            <pc:docMk/>
            <pc:sldMk cId="1275886168" sldId="257"/>
            <ac:picMk id="5" creationId="{F96C873A-5A09-5CA9-4AD4-DBF93136567F}"/>
          </ac:picMkLst>
        </pc:picChg>
        <pc:picChg chg="add mod">
          <ac:chgData name="Eskandari, Mo (Student)" userId="S::eskandam@lancaster.ac.uk::8726cd6b-b5d1-4bd3-a810-248467959b02" providerId="AD" clId="Web-{3E302520-9B64-ED10-647E-3FB611EB7AEB}" dt="2026-04-23T12:26:54.084" v="86"/>
          <ac:picMkLst>
            <pc:docMk/>
            <pc:sldMk cId="1275886168" sldId="257"/>
            <ac:picMk id="6" creationId="{0B29D855-4EC0-9080-4817-19564ACD3974}"/>
          </ac:picMkLst>
        </pc:picChg>
      </pc:sldChg>
      <pc:sldChg chg="addSp delSp modSp mod setBg">
        <pc:chgData name="Eskandari, Mo (Student)" userId="S::eskandam@lancaster.ac.uk::8726cd6b-b5d1-4bd3-a810-248467959b02" providerId="AD" clId="Web-{3E302520-9B64-ED10-647E-3FB611EB7AEB}" dt="2026-04-23T12:35:43.766" v="167" actId="14100"/>
        <pc:sldMkLst>
          <pc:docMk/>
          <pc:sldMk cId="2711862870" sldId="264"/>
        </pc:sldMkLst>
        <pc:spChg chg="mod ord">
          <ac:chgData name="Eskandari, Mo (Student)" userId="S::eskandam@lancaster.ac.uk::8726cd6b-b5d1-4bd3-a810-248467959b02" providerId="AD" clId="Web-{3E302520-9B64-ED10-647E-3FB611EB7AEB}" dt="2026-04-23T12:34:19.481" v="153"/>
          <ac:spMkLst>
            <pc:docMk/>
            <pc:sldMk cId="2711862870" sldId="264"/>
            <ac:spMk id="2" creationId="{1D9CF81F-98F9-50EF-7872-C5F1AAEA5B89}"/>
          </ac:spMkLst>
        </pc:spChg>
        <pc:spChg chg="mod ord">
          <ac:chgData name="Eskandari, Mo (Student)" userId="S::eskandam@lancaster.ac.uk::8726cd6b-b5d1-4bd3-a810-248467959b02" providerId="AD" clId="Web-{3E302520-9B64-ED10-647E-3FB611EB7AEB}" dt="2026-04-23T12:35:43.766" v="167" actId="14100"/>
          <ac:spMkLst>
            <pc:docMk/>
            <pc:sldMk cId="2711862870" sldId="264"/>
            <ac:spMk id="3" creationId="{11A2F3FA-3E40-C0C5-5B28-1E329ABFB866}"/>
          </ac:spMkLst>
        </pc:spChg>
        <pc:spChg chg="add">
          <ac:chgData name="Eskandari, Mo (Student)" userId="S::eskandam@lancaster.ac.uk::8726cd6b-b5d1-4bd3-a810-248467959b02" providerId="AD" clId="Web-{3E302520-9B64-ED10-647E-3FB611EB7AEB}" dt="2026-04-23T12:34:19.481" v="153"/>
          <ac:spMkLst>
            <pc:docMk/>
            <pc:sldMk cId="2711862870" sldId="264"/>
            <ac:spMk id="41" creationId="{D75A5B51-0925-4835-8511-A0DD17EAA97C}"/>
          </ac:spMkLst>
        </pc:spChg>
        <pc:spChg chg="add">
          <ac:chgData name="Eskandari, Mo (Student)" userId="S::eskandam@lancaster.ac.uk::8726cd6b-b5d1-4bd3-a810-248467959b02" providerId="AD" clId="Web-{3E302520-9B64-ED10-647E-3FB611EB7AEB}" dt="2026-04-23T12:34:19.481" v="153"/>
          <ac:spMkLst>
            <pc:docMk/>
            <pc:sldMk cId="2711862870" sldId="264"/>
            <ac:spMk id="43" creationId="{5CDFD20D-8E4F-4E3A-AF87-93F23E0DBFB3}"/>
          </ac:spMkLst>
        </pc:spChg>
        <pc:picChg chg="add mod ord modCrop">
          <ac:chgData name="Eskandari, Mo (Student)" userId="S::eskandam@lancaster.ac.uk::8726cd6b-b5d1-4bd3-a810-248467959b02" providerId="AD" clId="Web-{3E302520-9B64-ED10-647E-3FB611EB7AEB}" dt="2026-04-23T12:35:05.296" v="164" actId="14100"/>
          <ac:picMkLst>
            <pc:docMk/>
            <pc:sldMk cId="2711862870" sldId="264"/>
            <ac:picMk id="4" creationId="{83B027A4-0382-16CA-A73D-9D9FDCE040CD}"/>
          </ac:picMkLst>
        </pc:picChg>
        <pc:picChg chg="add mod ord modCrop">
          <ac:chgData name="Eskandari, Mo (Student)" userId="S::eskandam@lancaster.ac.uk::8726cd6b-b5d1-4bd3-a810-248467959b02" providerId="AD" clId="Web-{3E302520-9B64-ED10-647E-3FB611EB7AEB}" dt="2026-04-23T12:34:53.405" v="162" actId="14100"/>
          <ac:picMkLst>
            <pc:docMk/>
            <pc:sldMk cId="2711862870" sldId="264"/>
            <ac:picMk id="5" creationId="{D024D06E-1B18-067D-CA91-C10BA78F5E17}"/>
          </ac:picMkLst>
        </pc:picChg>
        <pc:picChg chg="add mod ord">
          <ac:chgData name="Eskandari, Mo (Student)" userId="S::eskandam@lancaster.ac.uk::8726cd6b-b5d1-4bd3-a810-248467959b02" providerId="AD" clId="Web-{3E302520-9B64-ED10-647E-3FB611EB7AEB}" dt="2026-04-23T12:35:12.358" v="165" actId="1076"/>
          <ac:picMkLst>
            <pc:docMk/>
            <pc:sldMk cId="2711862870" sldId="264"/>
            <ac:picMk id="6" creationId="{57BBCEBD-69FE-9A69-5189-0656BE28E198}"/>
          </ac:picMkLst>
        </pc:picChg>
      </pc:sldChg>
    </pc:docChg>
  </pc:docChgLst>
  <pc:docChgLst>
    <pc:chgData name="Zaim, Turhan (Student)" userId="S::zaimt@lancaster.ac.uk::3237a45f-3b3b-4e57-b493-4a5b1e3eec1f" providerId="AD" clId="Web-{B1127205-278E-E962-7E89-AEE96F06CF17}"/>
    <pc:docChg chg="modSld">
      <pc:chgData name="Zaim, Turhan (Student)" userId="S::zaimt@lancaster.ac.uk::3237a45f-3b3b-4e57-b493-4a5b1e3eec1f" providerId="AD" clId="Web-{B1127205-278E-E962-7E89-AEE96F06CF17}" dt="2026-04-23T12:27:36.347" v="6" actId="20577"/>
      <pc:docMkLst>
        <pc:docMk/>
      </pc:docMkLst>
      <pc:sldChg chg="modSp">
        <pc:chgData name="Zaim, Turhan (Student)" userId="S::zaimt@lancaster.ac.uk::3237a45f-3b3b-4e57-b493-4a5b1e3eec1f" providerId="AD" clId="Web-{B1127205-278E-E962-7E89-AEE96F06CF17}" dt="2026-04-23T12:27:36.347" v="6" actId="20577"/>
        <pc:sldMkLst>
          <pc:docMk/>
          <pc:sldMk cId="3479213983" sldId="259"/>
        </pc:sldMkLst>
        <pc:spChg chg="mod">
          <ac:chgData name="Zaim, Turhan (Student)" userId="S::zaimt@lancaster.ac.uk::3237a45f-3b3b-4e57-b493-4a5b1e3eec1f" providerId="AD" clId="Web-{B1127205-278E-E962-7E89-AEE96F06CF17}" dt="2026-04-23T12:27:36.347" v="6" actId="20577"/>
          <ac:spMkLst>
            <pc:docMk/>
            <pc:sldMk cId="3479213983" sldId="259"/>
            <ac:spMk id="3" creationId="{4691407B-6E60-9FA5-17F9-D6CF5F481120}"/>
          </ac:spMkLst>
        </pc:spChg>
      </pc:sldChg>
    </pc:docChg>
  </pc:docChgLst>
  <pc:docChgLst>
    <pc:chgData name="Eskandari, Mo (Student)" userId="S::eskandam@lancaster.ac.uk::8726cd6b-b5d1-4bd3-a810-248467959b02" providerId="AD" clId="Web-{7560AE24-F444-4186-5F15-E833B9A836FE}"/>
    <pc:docChg chg="addSld modSld">
      <pc:chgData name="Eskandari, Mo (Student)" userId="S::eskandam@lancaster.ac.uk::8726cd6b-b5d1-4bd3-a810-248467959b02" providerId="AD" clId="Web-{7560AE24-F444-4186-5F15-E833B9A836FE}" dt="2026-04-21T12:22:31.054" v="962" actId="20577"/>
      <pc:docMkLst>
        <pc:docMk/>
      </pc:docMkLst>
      <pc:sldChg chg="modSp modNotes">
        <pc:chgData name="Eskandari, Mo (Student)" userId="S::eskandam@lancaster.ac.uk::8726cd6b-b5d1-4bd3-a810-248467959b02" providerId="AD" clId="Web-{7560AE24-F444-4186-5F15-E833B9A836FE}" dt="2026-04-21T12:22:31.054" v="962" actId="20577"/>
        <pc:sldMkLst>
          <pc:docMk/>
          <pc:sldMk cId="1275886168" sldId="257"/>
        </pc:sldMkLst>
        <pc:spChg chg="mod">
          <ac:chgData name="Eskandari, Mo (Student)" userId="S::eskandam@lancaster.ac.uk::8726cd6b-b5d1-4bd3-a810-248467959b02" providerId="AD" clId="Web-{7560AE24-F444-4186-5F15-E833B9A836FE}" dt="2026-04-21T12:22:31.054" v="962" actId="20577"/>
          <ac:spMkLst>
            <pc:docMk/>
            <pc:sldMk cId="1275886168" sldId="257"/>
            <ac:spMk id="3" creationId="{9E27CCC8-92FB-EBBB-23BA-D1736DBD57EE}"/>
          </ac:spMkLst>
        </pc:spChg>
      </pc:sldChg>
      <pc:sldChg chg="modSp new modNotes">
        <pc:chgData name="Eskandari, Mo (Student)" userId="S::eskandam@lancaster.ac.uk::8726cd6b-b5d1-4bd3-a810-248467959b02" providerId="AD" clId="Web-{7560AE24-F444-4186-5F15-E833B9A836FE}" dt="2026-04-21T12:17:50.596" v="880" actId="20577"/>
        <pc:sldMkLst>
          <pc:docMk/>
          <pc:sldMk cId="2711862870" sldId="264"/>
        </pc:sldMkLst>
        <pc:spChg chg="mod">
          <ac:chgData name="Eskandari, Mo (Student)" userId="S::eskandam@lancaster.ac.uk::8726cd6b-b5d1-4bd3-a810-248467959b02" providerId="AD" clId="Web-{7560AE24-F444-4186-5F15-E833B9A836FE}" dt="2026-04-21T12:02:52.096" v="544" actId="20577"/>
          <ac:spMkLst>
            <pc:docMk/>
            <pc:sldMk cId="2711862870" sldId="264"/>
            <ac:spMk id="2" creationId="{1D9CF81F-98F9-50EF-7872-C5F1AAEA5B89}"/>
          </ac:spMkLst>
        </pc:spChg>
        <pc:spChg chg="mod">
          <ac:chgData name="Eskandari, Mo (Student)" userId="S::eskandam@lancaster.ac.uk::8726cd6b-b5d1-4bd3-a810-248467959b02" providerId="AD" clId="Web-{7560AE24-F444-4186-5F15-E833B9A836FE}" dt="2026-04-21T12:17:50.596" v="880" actId="20577"/>
          <ac:spMkLst>
            <pc:docMk/>
            <pc:sldMk cId="2711862870" sldId="264"/>
            <ac:spMk id="3" creationId="{11A2F3FA-3E40-C0C5-5B28-1E329ABFB866}"/>
          </ac:spMkLst>
        </pc:spChg>
      </pc:sldChg>
    </pc:docChg>
  </pc:docChgLst>
  <pc:docChgLst>
    <pc:chgData name="Birtwhistle, Emily (Student)" userId="S::birtwhie@lancaster.ac.uk::d340efa6-9b39-4bc0-acfb-de6670ab9fe6" providerId="AD" clId="Web-{C6493591-4662-05C6-24F2-301490B6703A}"/>
    <pc:docChg chg="addSld delSld modSld">
      <pc:chgData name="Birtwhistle, Emily (Student)" userId="S::birtwhie@lancaster.ac.uk::d340efa6-9b39-4bc0-acfb-de6670ab9fe6" providerId="AD" clId="Web-{C6493591-4662-05C6-24F2-301490B6703A}" dt="2026-04-22T13:50:09.362" v="451" actId="20577"/>
      <pc:docMkLst>
        <pc:docMk/>
      </pc:docMkLst>
      <pc:sldChg chg="modSp">
        <pc:chgData name="Birtwhistle, Emily (Student)" userId="S::birtwhie@lancaster.ac.uk::d340efa6-9b39-4bc0-acfb-de6670ab9fe6" providerId="AD" clId="Web-{C6493591-4662-05C6-24F2-301490B6703A}" dt="2026-04-22T13:50:09.362" v="451" actId="20577"/>
        <pc:sldMkLst>
          <pc:docMk/>
          <pc:sldMk cId="2852471972" sldId="256"/>
        </pc:sldMkLst>
        <pc:spChg chg="mod">
          <ac:chgData name="Birtwhistle, Emily (Student)" userId="S::birtwhie@lancaster.ac.uk::d340efa6-9b39-4bc0-acfb-de6670ab9fe6" providerId="AD" clId="Web-{C6493591-4662-05C6-24F2-301490B6703A}" dt="2026-04-22T13:50:09.362" v="451" actId="20577"/>
          <ac:spMkLst>
            <pc:docMk/>
            <pc:sldMk cId="2852471972" sldId="256"/>
            <ac:spMk id="3" creationId="{3A2DF6C1-C7AE-7C7F-22A3-158107AD7A75}"/>
          </ac:spMkLst>
        </pc:spChg>
      </pc:sldChg>
      <pc:sldChg chg="addSp delSp modSp modNotes">
        <pc:chgData name="Birtwhistle, Emily (Student)" userId="S::birtwhie@lancaster.ac.uk::d340efa6-9b39-4bc0-acfb-de6670ab9fe6" providerId="AD" clId="Web-{C6493591-4662-05C6-24F2-301490B6703A}" dt="2026-04-22T12:45:08.555" v="161" actId="1076"/>
        <pc:sldMkLst>
          <pc:docMk/>
          <pc:sldMk cId="1444186807" sldId="260"/>
        </pc:sldMkLst>
        <pc:spChg chg="mod">
          <ac:chgData name="Birtwhistle, Emily (Student)" userId="S::birtwhie@lancaster.ac.uk::d340efa6-9b39-4bc0-acfb-de6670ab9fe6" providerId="AD" clId="Web-{C6493591-4662-05C6-24F2-301490B6703A}" dt="2026-04-22T10:29:29.651" v="15" actId="20577"/>
          <ac:spMkLst>
            <pc:docMk/>
            <pc:sldMk cId="1444186807" sldId="260"/>
            <ac:spMk id="2" creationId="{7405C536-FD16-C7D9-79B5-B96C87BF6F9D}"/>
          </ac:spMkLst>
        </pc:spChg>
        <pc:spChg chg="add mod">
          <ac:chgData name="Birtwhistle, Emily (Student)" userId="S::birtwhie@lancaster.ac.uk::d340efa6-9b39-4bc0-acfb-de6670ab9fe6" providerId="AD" clId="Web-{C6493591-4662-05C6-24F2-301490B6703A}" dt="2026-04-22T12:45:00.555" v="158" actId="1076"/>
          <ac:spMkLst>
            <pc:docMk/>
            <pc:sldMk cId="1444186807" sldId="260"/>
            <ac:spMk id="11" creationId="{56CAAD6C-C962-D098-F145-57C1894CF0D2}"/>
          </ac:spMkLst>
        </pc:spChg>
        <pc:spChg chg="add mod">
          <ac:chgData name="Birtwhistle, Emily (Student)" userId="S::birtwhie@lancaster.ac.uk::d340efa6-9b39-4bc0-acfb-de6670ab9fe6" providerId="AD" clId="Web-{C6493591-4662-05C6-24F2-301490B6703A}" dt="2026-04-22T12:45:04.008" v="159" actId="1076"/>
          <ac:spMkLst>
            <pc:docMk/>
            <pc:sldMk cId="1444186807" sldId="260"/>
            <ac:spMk id="12" creationId="{55D5915B-BB9B-DC97-5D7B-A4410FCBC748}"/>
          </ac:spMkLst>
        </pc:spChg>
        <pc:picChg chg="add mod modCrop">
          <ac:chgData name="Birtwhistle, Emily (Student)" userId="S::birtwhie@lancaster.ac.uk::d340efa6-9b39-4bc0-acfb-de6670ab9fe6" providerId="AD" clId="Web-{C6493591-4662-05C6-24F2-301490B6703A}" dt="2026-04-22T12:44:55.539" v="157" actId="1076"/>
          <ac:picMkLst>
            <pc:docMk/>
            <pc:sldMk cId="1444186807" sldId="260"/>
            <ac:picMk id="5" creationId="{1686E85B-C660-3E8C-24AF-A717DE93B0A0}"/>
          </ac:picMkLst>
        </pc:picChg>
        <pc:picChg chg="add mod">
          <ac:chgData name="Birtwhistle, Emily (Student)" userId="S::birtwhie@lancaster.ac.uk::d340efa6-9b39-4bc0-acfb-de6670ab9fe6" providerId="AD" clId="Web-{C6493591-4662-05C6-24F2-301490B6703A}" dt="2026-04-22T12:44:52.930" v="156" actId="1076"/>
          <ac:picMkLst>
            <pc:docMk/>
            <pc:sldMk cId="1444186807" sldId="260"/>
            <ac:picMk id="6" creationId="{DAAC86C2-E899-00AF-DB4D-5A708758CFC9}"/>
          </ac:picMkLst>
        </pc:picChg>
        <pc:picChg chg="add mod modCrop">
          <ac:chgData name="Birtwhistle, Emily (Student)" userId="S::birtwhie@lancaster.ac.uk::d340efa6-9b39-4bc0-acfb-de6670ab9fe6" providerId="AD" clId="Web-{C6493591-4662-05C6-24F2-301490B6703A}" dt="2026-04-22T12:45:05.821" v="160" actId="1076"/>
          <ac:picMkLst>
            <pc:docMk/>
            <pc:sldMk cId="1444186807" sldId="260"/>
            <ac:picMk id="7" creationId="{D0BAD082-3B2A-66A1-9D4B-C07E59DCB57B}"/>
          </ac:picMkLst>
        </pc:picChg>
        <pc:picChg chg="add mod">
          <ac:chgData name="Birtwhistle, Emily (Student)" userId="S::birtwhie@lancaster.ac.uk::d340efa6-9b39-4bc0-acfb-de6670ab9fe6" providerId="AD" clId="Web-{C6493591-4662-05C6-24F2-301490B6703A}" dt="2026-04-22T12:45:08.555" v="161" actId="1076"/>
          <ac:picMkLst>
            <pc:docMk/>
            <pc:sldMk cId="1444186807" sldId="260"/>
            <ac:picMk id="8" creationId="{E9B829D3-AE45-4549-1011-9259F80217ED}"/>
          </ac:picMkLst>
        </pc:picChg>
      </pc:sldChg>
      <pc:sldChg chg="addSp modSp new modNotes">
        <pc:chgData name="Birtwhistle, Emily (Student)" userId="S::birtwhie@lancaster.ac.uk::d340efa6-9b39-4bc0-acfb-de6670ab9fe6" providerId="AD" clId="Web-{C6493591-4662-05C6-24F2-301490B6703A}" dt="2026-04-22T13:48:53.330" v="450" actId="14100"/>
        <pc:sldMkLst>
          <pc:docMk/>
          <pc:sldMk cId="2890484158" sldId="265"/>
        </pc:sldMkLst>
        <pc:spChg chg="mod">
          <ac:chgData name="Birtwhistle, Emily (Student)" userId="S::birtwhie@lancaster.ac.uk::d340efa6-9b39-4bc0-acfb-de6670ab9fe6" providerId="AD" clId="Web-{C6493591-4662-05C6-24F2-301490B6703A}" dt="2026-04-22T10:29:25.292" v="13" actId="20577"/>
          <ac:spMkLst>
            <pc:docMk/>
            <pc:sldMk cId="2890484158" sldId="265"/>
            <ac:spMk id="2" creationId="{436848D1-6F9A-EA61-7644-0CDC7B2A80F5}"/>
          </ac:spMkLst>
        </pc:spChg>
        <pc:spChg chg="mod">
          <ac:chgData name="Birtwhistle, Emily (Student)" userId="S::birtwhie@lancaster.ac.uk::d340efa6-9b39-4bc0-acfb-de6670ab9fe6" providerId="AD" clId="Web-{C6493591-4662-05C6-24F2-301490B6703A}" dt="2026-04-22T13:48:53.330" v="450" actId="14100"/>
          <ac:spMkLst>
            <pc:docMk/>
            <pc:sldMk cId="2890484158" sldId="265"/>
            <ac:spMk id="3" creationId="{23FE3435-0819-A6B2-F146-26A68248870E}"/>
          </ac:spMkLst>
        </pc:spChg>
        <pc:picChg chg="add mod">
          <ac:chgData name="Birtwhistle, Emily (Student)" userId="S::birtwhie@lancaster.ac.uk::d340efa6-9b39-4bc0-acfb-de6670ab9fe6" providerId="AD" clId="Web-{C6493591-4662-05C6-24F2-301490B6703A}" dt="2026-04-22T13:21:33.624" v="188" actId="1076"/>
          <ac:picMkLst>
            <pc:docMk/>
            <pc:sldMk cId="2890484158" sldId="265"/>
            <ac:picMk id="4" creationId="{BAB77E5E-B2F8-190E-2C3B-AA3191F040D2}"/>
          </ac:picMkLst>
        </pc:picChg>
      </pc:sldChg>
    </pc:docChg>
  </pc:docChgLst>
  <pc:docChgLst>
    <pc:chgData name="Birtwhistle, Emily (Student)" userId="S::birtwhie@lancaster.ac.uk::d340efa6-9b39-4bc0-acfb-de6670ab9fe6" providerId="AD" clId="Web-{AF62D4FB-39CC-4CEF-7C61-7BF5D9E118DD}"/>
    <pc:docChg chg="modSld">
      <pc:chgData name="Birtwhistle, Emily (Student)" userId="S::birtwhie@lancaster.ac.uk::d340efa6-9b39-4bc0-acfb-de6670ab9fe6" providerId="AD" clId="Web-{AF62D4FB-39CC-4CEF-7C61-7BF5D9E118DD}" dt="2026-04-21T12:26:05.339" v="1592" actId="20577"/>
      <pc:docMkLst>
        <pc:docMk/>
      </pc:docMkLst>
      <pc:sldChg chg="modSp">
        <pc:chgData name="Birtwhistle, Emily (Student)" userId="S::birtwhie@lancaster.ac.uk::d340efa6-9b39-4bc0-acfb-de6670ab9fe6" providerId="AD" clId="Web-{AF62D4FB-39CC-4CEF-7C61-7BF5D9E118DD}" dt="2026-04-21T12:26:05.339" v="1592" actId="20577"/>
        <pc:sldMkLst>
          <pc:docMk/>
          <pc:sldMk cId="1444186807" sldId="260"/>
        </pc:sldMkLst>
      </pc:sldChg>
    </pc:docChg>
  </pc:docChgLst>
  <pc:docChgLst>
    <pc:chgData name="Davies, Tom (daviest7) (Student)" userId="S::daviest7@lancaster.ac.uk::1dc272a4-d07c-4a6c-9201-934be4c600cd" providerId="AD" clId="Web-{1B88E35F-7C02-1A98-E9B1-FEA08677CB0F}"/>
    <pc:docChg chg="modSld">
      <pc:chgData name="Davies, Tom (daviest7) (Student)" userId="S::daviest7@lancaster.ac.uk::1dc272a4-d07c-4a6c-9201-934be4c600cd" providerId="AD" clId="Web-{1B88E35F-7C02-1A98-E9B1-FEA08677CB0F}" dt="2026-04-20T12:15:44.855" v="79" actId="20577"/>
      <pc:docMkLst>
        <pc:docMk/>
      </pc:docMkLst>
      <pc:sldChg chg="addSp delSp modSp">
        <pc:chgData name="Davies, Tom (daviest7) (Student)" userId="S::daviest7@lancaster.ac.uk::1dc272a4-d07c-4a6c-9201-934be4c600cd" providerId="AD" clId="Web-{1B88E35F-7C02-1A98-E9B1-FEA08677CB0F}" dt="2026-04-20T12:13:12.777" v="51" actId="20577"/>
        <pc:sldMkLst>
          <pc:docMk/>
          <pc:sldMk cId="2852471972" sldId="256"/>
        </pc:sldMkLst>
        <pc:spChg chg="mod">
          <ac:chgData name="Davies, Tom (daviest7) (Student)" userId="S::daviest7@lancaster.ac.uk::1dc272a4-d07c-4a6c-9201-934be4c600cd" providerId="AD" clId="Web-{1B88E35F-7C02-1A98-E9B1-FEA08677CB0F}" dt="2026-04-20T12:13:12.777" v="51" actId="20577"/>
          <ac:spMkLst>
            <pc:docMk/>
            <pc:sldMk cId="2852471972" sldId="256"/>
            <ac:spMk id="2" creationId="{1EB336D2-3BF6-50B0-58B2-899BC798ED44}"/>
          </ac:spMkLst>
        </pc:spChg>
        <pc:spChg chg="mod">
          <ac:chgData name="Davies, Tom (daviest7) (Student)" userId="S::daviest7@lancaster.ac.uk::1dc272a4-d07c-4a6c-9201-934be4c600cd" providerId="AD" clId="Web-{1B88E35F-7C02-1A98-E9B1-FEA08677CB0F}" dt="2026-04-20T12:13:01.996" v="46"/>
          <ac:spMkLst>
            <pc:docMk/>
            <pc:sldMk cId="2852471972" sldId="256"/>
            <ac:spMk id="3" creationId="{3A2DF6C1-C7AE-7C7F-22A3-158107AD7A75}"/>
          </ac:spMkLst>
        </pc:spChg>
        <pc:spChg chg="add">
          <ac:chgData name="Davies, Tom (daviest7) (Student)" userId="S::daviest7@lancaster.ac.uk::1dc272a4-d07c-4a6c-9201-934be4c600cd" providerId="AD" clId="Web-{1B88E35F-7C02-1A98-E9B1-FEA08677CB0F}" dt="2026-04-20T12:13:01.996" v="46"/>
          <ac:spMkLst>
            <pc:docMk/>
            <pc:sldMk cId="2852471972" sldId="256"/>
            <ac:spMk id="16" creationId="{337940BB-FBC4-492E-BD92-3B7B914D0EAE}"/>
          </ac:spMkLst>
        </pc:spChg>
        <pc:spChg chg="add">
          <ac:chgData name="Davies, Tom (daviest7) (Student)" userId="S::daviest7@lancaster.ac.uk::1dc272a4-d07c-4a6c-9201-934be4c600cd" providerId="AD" clId="Web-{1B88E35F-7C02-1A98-E9B1-FEA08677CB0F}" dt="2026-04-20T12:13:01.996" v="46"/>
          <ac:spMkLst>
            <pc:docMk/>
            <pc:sldMk cId="2852471972" sldId="256"/>
            <ac:spMk id="18" creationId="{3FCFB1DE-0B7E-48CC-BA90-B2AB0889F9D6}"/>
          </ac:spMkLst>
        </pc:spChg>
        <pc:picChg chg="add mod">
          <ac:chgData name="Davies, Tom (daviest7) (Student)" userId="S::daviest7@lancaster.ac.uk::1dc272a4-d07c-4a6c-9201-934be4c600cd" providerId="AD" clId="Web-{1B88E35F-7C02-1A98-E9B1-FEA08677CB0F}" dt="2026-04-20T12:13:01.996" v="46"/>
          <ac:picMkLst>
            <pc:docMk/>
            <pc:sldMk cId="2852471972" sldId="256"/>
            <ac:picMk id="5" creationId="{3116CCB5-2B52-C49C-C836-AEF9E3976658}"/>
          </ac:picMkLst>
        </pc:picChg>
      </pc:sldChg>
      <pc:sldChg chg="addSp delSp modSp modNotes">
        <pc:chgData name="Davies, Tom (daviest7) (Student)" userId="S::daviest7@lancaster.ac.uk::1dc272a4-d07c-4a6c-9201-934be4c600cd" providerId="AD" clId="Web-{1B88E35F-7C02-1A98-E9B1-FEA08677CB0F}" dt="2026-04-20T12:15:44.855" v="79" actId="20577"/>
        <pc:sldMkLst>
          <pc:docMk/>
          <pc:sldMk cId="2368081176" sldId="258"/>
        </pc:sldMkLst>
        <pc:spChg chg="mod">
          <ac:chgData name="Davies, Tom (daviest7) (Student)" userId="S::daviest7@lancaster.ac.uk::1dc272a4-d07c-4a6c-9201-934be4c600cd" providerId="AD" clId="Web-{1B88E35F-7C02-1A98-E9B1-FEA08677CB0F}" dt="2026-04-20T12:15:44.855" v="79" actId="20577"/>
          <ac:spMkLst>
            <pc:docMk/>
            <pc:sldMk cId="2368081176" sldId="258"/>
            <ac:spMk id="3" creationId="{2A7B975A-36E6-1622-7A1A-0BBAC868540F}"/>
          </ac:spMkLst>
        </pc:spChg>
      </pc:sldChg>
    </pc:docChg>
  </pc:docChgLst>
  <pc:docChgLst>
    <pc:chgData name="Davies, Tom (daviest7) (Student)" userId="S::daviest7@lancaster.ac.uk::1dc272a4-d07c-4a6c-9201-934be4c600cd" providerId="AD" clId="Web-{3FEDD5FE-489E-8D96-16B1-06AF232A680A}"/>
    <pc:docChg chg="modSld">
      <pc:chgData name="Davies, Tom (daviest7) (Student)" userId="S::daviest7@lancaster.ac.uk::1dc272a4-d07c-4a6c-9201-934be4c600cd" providerId="AD" clId="Web-{3FEDD5FE-489E-8D96-16B1-06AF232A680A}" dt="2026-04-21T12:09:29.626" v="18" actId="20577"/>
      <pc:docMkLst>
        <pc:docMk/>
      </pc:docMkLst>
      <pc:sldChg chg="addSp delSp modSp mod setBg">
        <pc:chgData name="Davies, Tom (daviest7) (Student)" userId="S::daviest7@lancaster.ac.uk::1dc272a4-d07c-4a6c-9201-934be4c600cd" providerId="AD" clId="Web-{3FEDD5FE-489E-8D96-16B1-06AF232A680A}" dt="2026-04-21T12:09:29.626" v="18" actId="20577"/>
        <pc:sldMkLst>
          <pc:docMk/>
          <pc:sldMk cId="2844349850" sldId="261"/>
        </pc:sldMkLst>
        <pc:spChg chg="mod">
          <ac:chgData name="Davies, Tom (daviest7) (Student)" userId="S::daviest7@lancaster.ac.uk::1dc272a4-d07c-4a6c-9201-934be4c600cd" providerId="AD" clId="Web-{3FEDD5FE-489E-8D96-16B1-06AF232A680A}" dt="2026-04-21T12:09:09.314" v="6"/>
          <ac:spMkLst>
            <pc:docMk/>
            <pc:sldMk cId="2844349850" sldId="261"/>
            <ac:spMk id="2" creationId="{CA332F0C-0D9C-9FD0-1182-FA98FA87E36E}"/>
          </ac:spMkLst>
        </pc:spChg>
        <pc:spChg chg="add">
          <ac:chgData name="Davies, Tom (daviest7) (Student)" userId="S::daviest7@lancaster.ac.uk::1dc272a4-d07c-4a6c-9201-934be4c600cd" providerId="AD" clId="Web-{3FEDD5FE-489E-8D96-16B1-06AF232A680A}" dt="2026-04-21T12:09:09.314" v="6"/>
          <ac:spMkLst>
            <pc:docMk/>
            <pc:sldMk cId="2844349850" sldId="261"/>
            <ac:spMk id="23" creationId="{100EDD19-6802-4EC3-95CE-CFFAB042CFD6}"/>
          </ac:spMkLst>
        </pc:spChg>
        <pc:spChg chg="add">
          <ac:chgData name="Davies, Tom (daviest7) (Student)" userId="S::daviest7@lancaster.ac.uk::1dc272a4-d07c-4a6c-9201-934be4c600cd" providerId="AD" clId="Web-{3FEDD5FE-489E-8D96-16B1-06AF232A680A}" dt="2026-04-21T12:09:09.314" v="6"/>
          <ac:spMkLst>
            <pc:docMk/>
            <pc:sldMk cId="2844349850" sldId="261"/>
            <ac:spMk id="24" creationId="{DB17E863-922E-4C26-BD64-E8FD41D28661}"/>
          </ac:spMkLst>
        </pc:spChg>
        <pc:spChg chg="add mod">
          <ac:chgData name="Davies, Tom (daviest7) (Student)" userId="S::daviest7@lancaster.ac.uk::1dc272a4-d07c-4a6c-9201-934be4c600cd" providerId="AD" clId="Web-{3FEDD5FE-489E-8D96-16B1-06AF232A680A}" dt="2026-04-21T12:09:29.626" v="18" actId="20577"/>
          <ac:spMkLst>
            <pc:docMk/>
            <pc:sldMk cId="2844349850" sldId="261"/>
            <ac:spMk id="25" creationId="{52200FA8-060C-D699-8EB9-700567BC90D9}"/>
          </ac:spMkLst>
        </pc:spChg>
      </pc:sldChg>
    </pc:docChg>
  </pc:docChgLst>
  <pc:docChgLst>
    <pc:chgData name="Byles, Lewis (Student)" userId="4a2392e2-b690-4814-9d5f-43b55be66dae" providerId="ADAL" clId="{3B79F700-C3FD-4520-9EFE-3808C911D7D5}"/>
    <pc:docChg chg="delSld modSld">
      <pc:chgData name="Byles, Lewis (Student)" userId="4a2392e2-b690-4814-9d5f-43b55be66dae" providerId="ADAL" clId="{3B79F700-C3FD-4520-9EFE-3808C911D7D5}" dt="2026-04-23T13:13:40.944" v="88" actId="20577"/>
      <pc:docMkLst>
        <pc:docMk/>
      </pc:docMkLst>
      <pc:sldChg chg="modSp mod modNotesTx">
        <pc:chgData name="Byles, Lewis (Student)" userId="4a2392e2-b690-4814-9d5f-43b55be66dae" providerId="ADAL" clId="{3B79F700-C3FD-4520-9EFE-3808C911D7D5}" dt="2026-04-23T13:13:40.944" v="88" actId="20577"/>
        <pc:sldMkLst>
          <pc:docMk/>
          <pc:sldMk cId="2852471972" sldId="256"/>
        </pc:sldMkLst>
        <pc:spChg chg="mod">
          <ac:chgData name="Byles, Lewis (Student)" userId="4a2392e2-b690-4814-9d5f-43b55be66dae" providerId="ADAL" clId="{3B79F700-C3FD-4520-9EFE-3808C911D7D5}" dt="2026-04-23T13:08:29.083" v="6" actId="1076"/>
          <ac:spMkLst>
            <pc:docMk/>
            <pc:sldMk cId="2852471972" sldId="256"/>
            <ac:spMk id="2" creationId="{1EB336D2-3BF6-50B0-58B2-899BC798ED44}"/>
          </ac:spMkLst>
        </pc:spChg>
        <pc:spChg chg="mod">
          <ac:chgData name="Byles, Lewis (Student)" userId="4a2392e2-b690-4814-9d5f-43b55be66dae" providerId="ADAL" clId="{3B79F700-C3FD-4520-9EFE-3808C911D7D5}" dt="2026-04-23T13:08:23.569" v="4" actId="20577"/>
          <ac:spMkLst>
            <pc:docMk/>
            <pc:sldMk cId="2852471972" sldId="256"/>
            <ac:spMk id="3" creationId="{3A2DF6C1-C7AE-7C7F-22A3-158107AD7A75}"/>
          </ac:spMkLst>
        </pc:spChg>
      </pc:sldChg>
    </pc:docChg>
  </pc:docChgLst>
  <pc:docChgLst>
    <pc:chgData name="Eskandari, Mo (Student)" userId="S::eskandam@lancaster.ac.uk::8726cd6b-b5d1-4bd3-a810-248467959b02" providerId="AD" clId="Web-{6AAF1886-3DA0-4098-43C1-C07BA51FE280}"/>
    <pc:docChg chg="modSld">
      <pc:chgData name="Eskandari, Mo (Student)" userId="S::eskandam@lancaster.ac.uk::8726cd6b-b5d1-4bd3-a810-248467959b02" providerId="AD" clId="Web-{6AAF1886-3DA0-4098-43C1-C07BA51FE280}" dt="2026-05-14T16:57:33.457" v="0" actId="14100"/>
      <pc:docMkLst>
        <pc:docMk/>
      </pc:docMkLst>
      <pc:sldChg chg="modSp">
        <pc:chgData name="Eskandari, Mo (Student)" userId="S::eskandam@lancaster.ac.uk::8726cd6b-b5d1-4bd3-a810-248467959b02" providerId="AD" clId="Web-{6AAF1886-3DA0-4098-43C1-C07BA51FE280}" dt="2026-05-14T16:57:33.457" v="0" actId="14100"/>
        <pc:sldMkLst>
          <pc:docMk/>
          <pc:sldMk cId="2852471972" sldId="256"/>
        </pc:sldMkLst>
        <pc:picChg chg="mod">
          <ac:chgData name="Eskandari, Mo (Student)" userId="S::eskandam@lancaster.ac.uk::8726cd6b-b5d1-4bd3-a810-248467959b02" providerId="AD" clId="Web-{6AAF1886-3DA0-4098-43C1-C07BA51FE280}" dt="2026-05-14T16:57:33.457" v="0" actId="14100"/>
          <ac:picMkLst>
            <pc:docMk/>
            <pc:sldMk cId="2852471972" sldId="256"/>
            <ac:picMk id="5" creationId="{3116CCB5-2B52-C49C-C836-AEF9E3976658}"/>
          </ac:picMkLst>
        </pc:picChg>
      </pc:sldChg>
    </pc:docChg>
  </pc:docChgLst>
  <pc:docChgLst>
    <pc:chgData name="Khan-Hayes, Oliver (Student)" userId="8bba44c3-21f1-45fd-aa2b-6933e2fa9a2f" providerId="ADAL" clId="{B40A1098-4202-4270-9F18-662767947030}"/>
    <pc:docChg chg="undo custSel modSld">
      <pc:chgData name="Khan-Hayes, Oliver (Student)" userId="8bba44c3-21f1-45fd-aa2b-6933e2fa9a2f" providerId="ADAL" clId="{B40A1098-4202-4270-9F18-662767947030}" dt="2026-04-21T13:28:38.097" v="205" actId="20577"/>
      <pc:docMkLst>
        <pc:docMk/>
      </pc:docMkLst>
      <pc:sldChg chg="addSp delSp modSp mod">
        <pc:chgData name="Khan-Hayes, Oliver (Student)" userId="8bba44c3-21f1-45fd-aa2b-6933e2fa9a2f" providerId="ADAL" clId="{B40A1098-4202-4270-9F18-662767947030}" dt="2026-04-21T13:06:45.883" v="13" actId="20577"/>
        <pc:sldMkLst>
          <pc:docMk/>
          <pc:sldMk cId="2368081176" sldId="258"/>
        </pc:sldMkLst>
        <pc:spChg chg="mod">
          <ac:chgData name="Khan-Hayes, Oliver (Student)" userId="8bba44c3-21f1-45fd-aa2b-6933e2fa9a2f" providerId="ADAL" clId="{B40A1098-4202-4270-9F18-662767947030}" dt="2026-04-21T13:01:50.574" v="6"/>
          <ac:spMkLst>
            <pc:docMk/>
            <pc:sldMk cId="2368081176" sldId="258"/>
            <ac:spMk id="28" creationId="{281ED0CE-ADCD-2146-2F5F-CEF48FEEFD95}"/>
          </ac:spMkLst>
        </pc:spChg>
        <pc:spChg chg="mod">
          <ac:chgData name="Khan-Hayes, Oliver (Student)" userId="8bba44c3-21f1-45fd-aa2b-6933e2fa9a2f" providerId="ADAL" clId="{B40A1098-4202-4270-9F18-662767947030}" dt="2026-04-21T13:01:50.574" v="6"/>
          <ac:spMkLst>
            <pc:docMk/>
            <pc:sldMk cId="2368081176" sldId="258"/>
            <ac:spMk id="31" creationId="{F5C8FC37-803B-F8C5-088B-D33488DA7F2C}"/>
          </ac:spMkLst>
        </pc:spChg>
        <pc:spChg chg="mod">
          <ac:chgData name="Khan-Hayes, Oliver (Student)" userId="8bba44c3-21f1-45fd-aa2b-6933e2fa9a2f" providerId="ADAL" clId="{B40A1098-4202-4270-9F18-662767947030}" dt="2026-04-21T13:01:50.574" v="6"/>
          <ac:spMkLst>
            <pc:docMk/>
            <pc:sldMk cId="2368081176" sldId="258"/>
            <ac:spMk id="35" creationId="{E95349E8-6A89-8611-312E-E0BE997B8EBC}"/>
          </ac:spMkLst>
        </pc:spChg>
        <pc:spChg chg="mod">
          <ac:chgData name="Khan-Hayes, Oliver (Student)" userId="8bba44c3-21f1-45fd-aa2b-6933e2fa9a2f" providerId="ADAL" clId="{B40A1098-4202-4270-9F18-662767947030}" dt="2026-04-21T13:01:50.574" v="6"/>
          <ac:spMkLst>
            <pc:docMk/>
            <pc:sldMk cId="2368081176" sldId="258"/>
            <ac:spMk id="36" creationId="{EC6EFE6E-F24E-0B62-D479-AD7132309A67}"/>
          </ac:spMkLst>
        </pc:spChg>
        <pc:spChg chg="mod">
          <ac:chgData name="Khan-Hayes, Oliver (Student)" userId="8bba44c3-21f1-45fd-aa2b-6933e2fa9a2f" providerId="ADAL" clId="{B40A1098-4202-4270-9F18-662767947030}" dt="2026-04-21T13:01:50.574" v="6"/>
          <ac:spMkLst>
            <pc:docMk/>
            <pc:sldMk cId="2368081176" sldId="258"/>
            <ac:spMk id="37" creationId="{515BB879-E427-56C6-FCE0-A34054ECC40F}"/>
          </ac:spMkLst>
        </pc:spChg>
        <pc:spChg chg="mod">
          <ac:chgData name="Khan-Hayes, Oliver (Student)" userId="8bba44c3-21f1-45fd-aa2b-6933e2fa9a2f" providerId="ADAL" clId="{B40A1098-4202-4270-9F18-662767947030}" dt="2026-04-21T13:06:45.883" v="13" actId="20577"/>
          <ac:spMkLst>
            <pc:docMk/>
            <pc:sldMk cId="2368081176" sldId="258"/>
            <ac:spMk id="38" creationId="{ACC5598B-3159-B3D9-AA52-3B8356A30A9C}"/>
          </ac:spMkLst>
        </pc:spChg>
        <pc:spChg chg="mod">
          <ac:chgData name="Khan-Hayes, Oliver (Student)" userId="8bba44c3-21f1-45fd-aa2b-6933e2fa9a2f" providerId="ADAL" clId="{B40A1098-4202-4270-9F18-662767947030}" dt="2026-04-21T13:01:50.574" v="6"/>
          <ac:spMkLst>
            <pc:docMk/>
            <pc:sldMk cId="2368081176" sldId="258"/>
            <ac:spMk id="39" creationId="{DC9ED9C5-1074-8BEA-B8C8-2B51B0309415}"/>
          </ac:spMkLst>
        </pc:spChg>
        <pc:spChg chg="mod">
          <ac:chgData name="Khan-Hayes, Oliver (Student)" userId="8bba44c3-21f1-45fd-aa2b-6933e2fa9a2f" providerId="ADAL" clId="{B40A1098-4202-4270-9F18-662767947030}" dt="2026-04-21T13:01:50.574" v="6"/>
          <ac:spMkLst>
            <pc:docMk/>
            <pc:sldMk cId="2368081176" sldId="258"/>
            <ac:spMk id="41" creationId="{22071747-58BC-B033-8483-EDC2F33C2810}"/>
          </ac:spMkLst>
        </pc:spChg>
        <pc:spChg chg="mod">
          <ac:chgData name="Khan-Hayes, Oliver (Student)" userId="8bba44c3-21f1-45fd-aa2b-6933e2fa9a2f" providerId="ADAL" clId="{B40A1098-4202-4270-9F18-662767947030}" dt="2026-04-21T13:01:50.574" v="6"/>
          <ac:spMkLst>
            <pc:docMk/>
            <pc:sldMk cId="2368081176" sldId="258"/>
            <ac:spMk id="42" creationId="{0C4ED515-D27C-F268-BEF0-D5AA6C386E14}"/>
          </ac:spMkLst>
        </pc:spChg>
        <pc:spChg chg="mod">
          <ac:chgData name="Khan-Hayes, Oliver (Student)" userId="8bba44c3-21f1-45fd-aa2b-6933e2fa9a2f" providerId="ADAL" clId="{B40A1098-4202-4270-9F18-662767947030}" dt="2026-04-21T13:01:50.574" v="6"/>
          <ac:spMkLst>
            <pc:docMk/>
            <pc:sldMk cId="2368081176" sldId="258"/>
            <ac:spMk id="43" creationId="{403A0B3D-9688-E138-244F-C31D2DDA23DB}"/>
          </ac:spMkLst>
        </pc:spChg>
        <pc:grpChg chg="mod">
          <ac:chgData name="Khan-Hayes, Oliver (Student)" userId="8bba44c3-21f1-45fd-aa2b-6933e2fa9a2f" providerId="ADAL" clId="{B40A1098-4202-4270-9F18-662767947030}" dt="2026-04-21T13:02:03.524" v="11" actId="1076"/>
          <ac:grpSpMkLst>
            <pc:docMk/>
            <pc:sldMk cId="2368081176" sldId="258"/>
            <ac:grpSpMk id="24" creationId="{6F214D39-1939-B9AC-D14B-5761D4AD5245}"/>
          </ac:grpSpMkLst>
        </pc:grpChg>
        <pc:picChg chg="add del mod">
          <ac:chgData name="Khan-Hayes, Oliver (Student)" userId="8bba44c3-21f1-45fd-aa2b-6933e2fa9a2f" providerId="ADAL" clId="{B40A1098-4202-4270-9F18-662767947030}" dt="2026-04-21T13:01:49.504" v="5" actId="1076"/>
          <ac:picMkLst>
            <pc:docMk/>
            <pc:sldMk cId="2368081176" sldId="258"/>
            <ac:picMk id="1030" creationId="{0A0A44BF-D9AE-6164-FD22-9522A40AB7A4}"/>
          </ac:picMkLst>
        </pc:picChg>
      </pc:sldChg>
      <pc:sldChg chg="modSp mod">
        <pc:chgData name="Khan-Hayes, Oliver (Student)" userId="8bba44c3-21f1-45fd-aa2b-6933e2fa9a2f" providerId="ADAL" clId="{B40A1098-4202-4270-9F18-662767947030}" dt="2026-04-21T13:28:38.097" v="205" actId="20577"/>
        <pc:sldMkLst>
          <pc:docMk/>
          <pc:sldMk cId="2844349850" sldId="261"/>
        </pc:sldMkLst>
        <pc:spChg chg="mod">
          <ac:chgData name="Khan-Hayes, Oliver (Student)" userId="8bba44c3-21f1-45fd-aa2b-6933e2fa9a2f" providerId="ADAL" clId="{B40A1098-4202-4270-9F18-662767947030}" dt="2026-04-21T13:28:38.097" v="205" actId="20577"/>
          <ac:spMkLst>
            <pc:docMk/>
            <pc:sldMk cId="2844349850" sldId="261"/>
            <ac:spMk id="25" creationId="{52200FA8-060C-D699-8EB9-700567BC90D9}"/>
          </ac:spMkLst>
        </pc:spChg>
      </pc:sldChg>
    </pc:docChg>
  </pc:docChgLst>
  <pc:docChgLst>
    <pc:chgData name="Byles, Lewis (Student)" userId="S::bylesl@lancaster.ac.uk::4a2392e2-b690-4814-9d5f-43b55be66dae" providerId="AD" clId="Web-{72AFF956-20F4-E31B-A6ED-9B024AE1A4F5}"/>
    <pc:docChg chg="modSld">
      <pc:chgData name="Byles, Lewis (Student)" userId="S::bylesl@lancaster.ac.uk::4a2392e2-b690-4814-9d5f-43b55be66dae" providerId="AD" clId="Web-{72AFF956-20F4-E31B-A6ED-9B024AE1A4F5}" dt="2026-04-23T10:19:23.306" v="20" actId="20577"/>
      <pc:docMkLst>
        <pc:docMk/>
      </pc:docMkLst>
      <pc:sldChg chg="modSp modNotes">
        <pc:chgData name="Byles, Lewis (Student)" userId="S::bylesl@lancaster.ac.uk::4a2392e2-b690-4814-9d5f-43b55be66dae" providerId="AD" clId="Web-{72AFF956-20F4-E31B-A6ED-9B024AE1A4F5}" dt="2026-04-23T10:19:23.306" v="20" actId="20577"/>
        <pc:sldMkLst>
          <pc:docMk/>
          <pc:sldMk cId="2368081176" sldId="258"/>
        </pc:sldMkLst>
        <pc:spChg chg="mod">
          <ac:chgData name="Byles, Lewis (Student)" userId="S::bylesl@lancaster.ac.uk::4a2392e2-b690-4814-9d5f-43b55be66dae" providerId="AD" clId="Web-{72AFF956-20F4-E31B-A6ED-9B024AE1A4F5}" dt="2026-04-23T10:19:23.306" v="20" actId="20577"/>
          <ac:spMkLst>
            <pc:docMk/>
            <pc:sldMk cId="2368081176" sldId="258"/>
            <ac:spMk id="35" creationId="{E95349E8-6A89-8611-312E-E0BE997B8EB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4B315-065F-40E9-9A05-D597FF2495DD}" type="datetimeFigureOut">
              <a:rPr lang="en-GB" smtClean="0"/>
              <a:t>14/05/2026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70D564-89BD-46EA-9745-14DACCD74378}" type="slidenum">
              <a:rPr lang="en-GB" smtClean="0"/>
              <a:t>‹#›</a:t>
            </a:fld>
            <a:endParaRPr lang="en-GB"/>
          </a:p>
        </p:txBody>
      </p:sp>
    </p:spTree>
    <p:extLst>
      <p:ext uri="{BB962C8B-B14F-4D97-AF65-F5344CB8AC3E}">
        <p14:creationId xmlns:p14="http://schemas.microsoft.com/office/powerpoint/2010/main" val="979674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Team member introduction</a:t>
            </a:r>
          </a:p>
          <a:p>
            <a:pPr marL="171450" indent="-171450">
              <a:buFont typeface="Arial" panose="020B0604020202020204" pitchFamily="34" charset="0"/>
              <a:buChar char="•"/>
            </a:pPr>
            <a:r>
              <a:rPr lang="en-GB"/>
              <a:t>Brief project description</a:t>
            </a:r>
          </a:p>
          <a:p>
            <a:pPr marL="171450" indent="-171450">
              <a:buFont typeface="Arial" panose="020B0604020202020204" pitchFamily="34" charset="0"/>
              <a:buChar char="•"/>
            </a:pPr>
            <a:endParaRPr lang="en-GB"/>
          </a:p>
          <a:p>
            <a:pPr marL="0" indent="0">
              <a:buFont typeface="Arial" panose="020B0604020202020204" pitchFamily="34" charset="0"/>
              <a:buNone/>
            </a:pPr>
            <a:r>
              <a:rPr lang="en-GB"/>
              <a:t>Additional notes for whole presentation:</a:t>
            </a:r>
          </a:p>
          <a:p>
            <a:pPr marL="171450" indent="-171450">
              <a:buFont typeface="Arial" panose="020B0604020202020204" pitchFamily="34" charset="0"/>
              <a:buChar char="•"/>
            </a:pPr>
            <a:r>
              <a:rPr lang="en-GB"/>
              <a:t>Lots to cover so need to decide as a group which areas are more important to focus on</a:t>
            </a:r>
          </a:p>
          <a:p>
            <a:pPr marL="171450" indent="-171450">
              <a:buFont typeface="Arial" panose="020B0604020202020204" pitchFamily="34" charset="0"/>
              <a:buChar char="•"/>
            </a:pPr>
            <a:r>
              <a:rPr lang="en-GB"/>
              <a:t>Max 20 minutes</a:t>
            </a:r>
          </a:p>
          <a:p>
            <a:pPr marL="171450" indent="-171450">
              <a:buFont typeface="Arial" panose="020B0604020202020204" pitchFamily="34" charset="0"/>
              <a:buChar char="•"/>
            </a:pPr>
            <a:r>
              <a:rPr lang="en-GB"/>
              <a:t>Timing guidance: 15 mins presentation, 5 mins demo</a:t>
            </a:r>
          </a:p>
          <a:p>
            <a:pPr marL="171450" indent="-171450">
              <a:buFont typeface="Arial" panose="020B0604020202020204" pitchFamily="34" charset="0"/>
              <a:buChar char="•"/>
            </a:pPr>
            <a:endParaRPr lang="en-GB"/>
          </a:p>
          <a:p>
            <a:pPr marL="171450" indent="-171450">
              <a:buFont typeface="Arial" panose="020B0604020202020204" pitchFamily="34" charset="0"/>
              <a:buChar char="•"/>
            </a:pPr>
            <a:r>
              <a:rPr lang="en-GB"/>
              <a:t>Multi modal application</a:t>
            </a:r>
          </a:p>
          <a:p>
            <a:pPr marL="171450" indent="-171450">
              <a:buFont typeface="Arial" panose="020B0604020202020204" pitchFamily="34" charset="0"/>
              <a:buChar char="•"/>
            </a:pPr>
            <a:r>
              <a:rPr lang="en-GB"/>
              <a:t>Promotes public transport in Lancashire area</a:t>
            </a:r>
          </a:p>
        </p:txBody>
      </p:sp>
      <p:sp>
        <p:nvSpPr>
          <p:cNvPr id="4" name="Slide Number Placeholder 3"/>
          <p:cNvSpPr>
            <a:spLocks noGrp="1"/>
          </p:cNvSpPr>
          <p:nvPr>
            <p:ph type="sldNum" sz="quarter" idx="5"/>
          </p:nvPr>
        </p:nvSpPr>
        <p:spPr/>
        <p:txBody>
          <a:bodyPr/>
          <a:lstStyle/>
          <a:p>
            <a:fld id="{5E70D564-89BD-46EA-9745-14DACCD74378}" type="slidenum">
              <a:rPr lang="en-GB" smtClean="0"/>
              <a:t>1</a:t>
            </a:fld>
            <a:endParaRPr lang="en-GB"/>
          </a:p>
        </p:txBody>
      </p:sp>
    </p:spTree>
    <p:extLst>
      <p:ext uri="{BB962C8B-B14F-4D97-AF65-F5344CB8AC3E}">
        <p14:creationId xmlns:p14="http://schemas.microsoft.com/office/powerpoint/2010/main" val="1806456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Sans-Serif" panose="020B0604020202020204" pitchFamily="34" charset="0"/>
              <a:buChar char="•"/>
            </a:pPr>
            <a:r>
              <a:rPr lang="en-GB"/>
              <a:t>Our app is centred around an interactive map that shows the user’s live location, nearby bus stops, train stations, and real-time traffic. Users can refine what they see using filters, including transport modes and accessibility options.</a:t>
            </a:r>
            <a:endParaRPr lang="en-US"/>
          </a:p>
          <a:p>
            <a:pPr>
              <a:buFont typeface="Arial" panose="020B0604020202020204" pitchFamily="34" charset="0"/>
              <a:buChar char="•"/>
            </a:pPr>
            <a:r>
              <a:rPr lang="en-GB"/>
              <a:t>To plan a journey, users use the search bar with autocomplete, which quickly provides multiple route suggestions. These are shown in a route panel with clear directions, estimated time, and distance.</a:t>
            </a:r>
          </a:p>
          <a:p>
            <a:pPr>
              <a:buFont typeface="Arial" panose="020B0604020202020204" pitchFamily="34" charset="0"/>
              <a:buChar char="•"/>
            </a:pPr>
            <a:r>
              <a:rPr lang="en-GB"/>
              <a:t>Once a route is selected, live tracking allows users to follow their journey in real time. A weather sidebar also shows current conditions along the route, and a built-in compass helps maintain map orientation.</a:t>
            </a:r>
          </a:p>
          <a:p>
            <a:pPr>
              <a:buFont typeface="Arial" panose="020B0604020202020204" pitchFamily="34" charset="0"/>
              <a:buChar char="•"/>
            </a:pPr>
            <a:r>
              <a:rPr lang="en-GB"/>
              <a:t>The app is designed for mobile use, with features like a collapsible search bar to maximise screen space, full-screen overlays for sign-in and sign-up, large touch-friendly buttons, and pinch-to-zoom support.</a:t>
            </a:r>
          </a:p>
          <a:p>
            <a:pPr>
              <a:buFont typeface="Arial" panose="020B0604020202020204" pitchFamily="34" charset="0"/>
              <a:buChar char="•"/>
            </a:pPr>
            <a:r>
              <a:rPr lang="en-GB"/>
              <a:t>Finally, users can manage their account and personalise the app through the settings page, including light and dark mode and adjustable text size.</a:t>
            </a:r>
          </a:p>
          <a:p>
            <a:pPr>
              <a:buFont typeface="Arial" panose="020B0604020202020204" pitchFamily="34" charset="0"/>
              <a:buChar char="•"/>
            </a:pPr>
            <a:endParaRPr lang="en-GB"/>
          </a:p>
        </p:txBody>
      </p:sp>
      <p:sp>
        <p:nvSpPr>
          <p:cNvPr id="4" name="Slide Number Placeholder 3"/>
          <p:cNvSpPr>
            <a:spLocks noGrp="1"/>
          </p:cNvSpPr>
          <p:nvPr>
            <p:ph type="sldNum" sz="quarter" idx="5"/>
          </p:nvPr>
        </p:nvSpPr>
        <p:spPr/>
        <p:txBody>
          <a:bodyPr/>
          <a:lstStyle/>
          <a:p>
            <a:fld id="{5E70D564-89BD-46EA-9745-14DACCD74378}" type="slidenum">
              <a:rPr lang="en-GB" smtClean="0"/>
              <a:t>2</a:t>
            </a:fld>
            <a:endParaRPr lang="en-GB"/>
          </a:p>
        </p:txBody>
      </p:sp>
    </p:spTree>
    <p:extLst>
      <p:ext uri="{BB962C8B-B14F-4D97-AF65-F5344CB8AC3E}">
        <p14:creationId xmlns:p14="http://schemas.microsoft.com/office/powerpoint/2010/main" val="956485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Sans-Serif"/>
              <a:buChar char="•"/>
            </a:pPr>
            <a:endParaRPr lang="en-GB"/>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5E70D564-89BD-46EA-9745-14DACCD74378}" type="slidenum">
              <a:rPr lang="en-GB" smtClean="0"/>
              <a:t>3</a:t>
            </a:fld>
            <a:endParaRPr lang="en-GB"/>
          </a:p>
        </p:txBody>
      </p:sp>
    </p:spTree>
    <p:extLst>
      <p:ext uri="{BB962C8B-B14F-4D97-AF65-F5344CB8AC3E}">
        <p14:creationId xmlns:p14="http://schemas.microsoft.com/office/powerpoint/2010/main" val="3073947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defRPr/>
            </a:pPr>
            <a:r>
              <a:rPr lang="en-GB" b="1"/>
              <a:t>INTRO</a:t>
            </a:r>
          </a:p>
          <a:p>
            <a:pPr marL="171450" marR="0" lvl="0" indent="-171450" algn="l" defTabSz="914400">
              <a:lnSpc>
                <a:spcPct val="100000"/>
              </a:lnSpc>
              <a:spcBef>
                <a:spcPts val="0"/>
              </a:spcBef>
              <a:spcAft>
                <a:spcPts val="0"/>
              </a:spcAft>
              <a:buClrTx/>
              <a:buSzTx/>
              <a:buFont typeface="Arial" panose="020B0604020202020204" pitchFamily="34" charset="0"/>
              <a:buChar char="•"/>
              <a:tabLst/>
              <a:defRPr/>
            </a:pPr>
            <a:r>
              <a:rPr lang="en-GB" sz="1200"/>
              <a:t>which meant we could deploy the application quickly on our different host machines. </a:t>
            </a:r>
            <a:endParaRPr lang="en-GB"/>
          </a:p>
          <a:p>
            <a:pPr marL="171450" indent="-171450">
              <a:buFont typeface="Arial" panose="020B0604020202020204" pitchFamily="34" charset="0"/>
              <a:buChar char="•"/>
            </a:pPr>
            <a:r>
              <a:rPr lang="en-GB" err="1"/>
              <a:t>Podman</a:t>
            </a:r>
            <a:r>
              <a:rPr lang="en-GB"/>
              <a:t> network </a:t>
            </a:r>
          </a:p>
          <a:p>
            <a:pPr marL="171450" indent="-171450">
              <a:buFont typeface="Arial" panose="020B0604020202020204" pitchFamily="34" charset="0"/>
              <a:buChar char="•"/>
            </a:pPr>
            <a:r>
              <a:rPr lang="en-GB"/>
              <a:t>Limited to ports 5000-5100</a:t>
            </a:r>
          </a:p>
          <a:p>
            <a:pPr marL="171450" indent="-171450">
              <a:buFont typeface="Arial" panose="020B0604020202020204" pitchFamily="34" charset="0"/>
              <a:buChar char="•"/>
            </a:pPr>
            <a:endParaRPr lang="en-GB"/>
          </a:p>
          <a:p>
            <a:pPr marL="171450" indent="-171450">
              <a:buFont typeface="Arial" panose="020B0604020202020204" pitchFamily="34" charset="0"/>
              <a:buChar char="•"/>
            </a:pPr>
            <a:r>
              <a:rPr lang="en-GB" b="1"/>
              <a:t>BACKEND</a:t>
            </a:r>
          </a:p>
          <a:p>
            <a:pPr marL="171450" indent="-171450">
              <a:buFont typeface="Arial" panose="020B0604020202020204" pitchFamily="34" charset="0"/>
              <a:buChar char="•"/>
            </a:pPr>
            <a:r>
              <a:rPr lang="en-GB"/>
              <a:t>/API/plan endpoint to request routes</a:t>
            </a:r>
          </a:p>
          <a:p>
            <a:pPr marL="171450" indent="-171450">
              <a:buFont typeface="Arial" panose="020B0604020202020204" pitchFamily="34" charset="0"/>
              <a:buChar char="•"/>
            </a:pPr>
            <a:r>
              <a:rPr lang="en-GB"/>
              <a:t>Finds real time data from the SCC API, if no information found then uses the timetable in database</a:t>
            </a:r>
          </a:p>
          <a:p>
            <a:pPr marL="171450" indent="-171450">
              <a:buFont typeface="Arial" panose="020B0604020202020204" pitchFamily="34" charset="0"/>
              <a:buChar char="•"/>
            </a:pPr>
            <a:r>
              <a:rPr lang="en-GB"/>
              <a:t>When user types in search bar, it uses the database to find stops to choose from </a:t>
            </a:r>
          </a:p>
          <a:p>
            <a:pPr marL="171450" indent="-171450">
              <a:buFont typeface="Arial" panose="020B0604020202020204" pitchFamily="34" charset="0"/>
              <a:buChar char="•"/>
            </a:pPr>
            <a:endParaRPr lang="en-GB"/>
          </a:p>
          <a:p>
            <a:pPr marL="171450" indent="-171450">
              <a:buFont typeface="Arial" panose="020B0604020202020204" pitchFamily="34" charset="0"/>
              <a:buChar char="•"/>
            </a:pPr>
            <a:endParaRPr lang="en-GB"/>
          </a:p>
          <a:p>
            <a:pPr marL="171450" indent="-171450">
              <a:buFont typeface="Arial" panose="020B0604020202020204" pitchFamily="34" charset="0"/>
              <a:buChar char="•"/>
            </a:pPr>
            <a:r>
              <a:rPr lang="en-GB"/>
              <a:t>Just at sub-system level</a:t>
            </a:r>
          </a:p>
          <a:p>
            <a:pPr marL="171450" indent="-171450">
              <a:buFont typeface="Arial" panose="020B0604020202020204" pitchFamily="34" charset="0"/>
              <a:buChar char="•"/>
            </a:pPr>
            <a:r>
              <a:rPr lang="en-GB"/>
              <a:t>Abstracted, not individual methods + variables</a:t>
            </a:r>
          </a:p>
          <a:p>
            <a:pPr marL="171450" indent="-171450">
              <a:buFont typeface="Arial" panose="020B0604020202020204" pitchFamily="34" charset="0"/>
              <a:buChar char="•"/>
            </a:pPr>
            <a:endParaRPr lang="en-GB"/>
          </a:p>
          <a:p>
            <a:pPr marL="171450" indent="-171450">
              <a:buFont typeface="Arial" panose="020B0604020202020204" pitchFamily="34" charset="0"/>
              <a:buChar char="•"/>
            </a:pPr>
            <a:r>
              <a:rPr lang="en-GB"/>
              <a:t>Backend</a:t>
            </a:r>
            <a:endParaRPr lang="en-US"/>
          </a:p>
          <a:p>
            <a:pPr marL="171450" indent="-171450">
              <a:buFont typeface="Arial" panose="020B0604020202020204" pitchFamily="34" charset="0"/>
              <a:buChar char="•"/>
            </a:pPr>
            <a:r>
              <a:rPr lang="en-GB"/>
              <a:t>Stack: Node.js + Express API.</a:t>
            </a:r>
          </a:p>
          <a:p>
            <a:pPr marL="171450" indent="-171450">
              <a:buFont typeface="Arial" panose="020B0604020202020204" pitchFamily="34" charset="0"/>
              <a:buChar char="•"/>
            </a:pPr>
            <a:r>
              <a:rPr lang="en-GB"/>
              <a:t>Entry point: server.js mounts routes, middleware, DB pool, and session handling.</a:t>
            </a:r>
          </a:p>
          <a:p>
            <a:pPr marL="171450" indent="-171450">
              <a:buFont typeface="Arial" panose="020B0604020202020204" pitchFamily="34" charset="0"/>
              <a:buChar char="•"/>
            </a:pPr>
            <a:r>
              <a:rPr lang="en-GB"/>
              <a:t>Routing layer: feature-based route modules in routes (auth, planner, rail, weather, live bus, stops, geocode, etc.).</a:t>
            </a:r>
          </a:p>
          <a:p>
            <a:pPr marL="171450" indent="-171450">
              <a:buFont typeface="Arial" panose="020B0604020202020204" pitchFamily="34" charset="0"/>
              <a:buChar char="•"/>
            </a:pPr>
            <a:r>
              <a:rPr lang="en-GB"/>
              <a:t>Business logic layer: reusable service logic in services (journey-search, geometry, nearby).</a:t>
            </a:r>
          </a:p>
          <a:p>
            <a:pPr marL="171450" indent="-171450">
              <a:buFont typeface="Arial" panose="020B0604020202020204" pitchFamily="34" charset="0"/>
              <a:buChar char="•"/>
            </a:pPr>
            <a:r>
              <a:rPr lang="en-GB"/>
              <a:t>Utility layer: pure helpers in utils (geo/time/rail graph/stop expansion).</a:t>
            </a:r>
          </a:p>
          <a:p>
            <a:pPr marL="171450" indent="-171450">
              <a:buFont typeface="Arial" panose="020B0604020202020204" pitchFamily="34" charset="0"/>
              <a:buChar char="•"/>
            </a:pPr>
            <a:r>
              <a:rPr lang="en-GB"/>
              <a:t>Cross-cutting middleware: auth, security, validation in middleware.</a:t>
            </a:r>
          </a:p>
          <a:p>
            <a:pPr marL="171450" indent="-171450">
              <a:buFont typeface="Arial" panose="020B0604020202020204" pitchFamily="34" charset="0"/>
              <a:buChar char="•"/>
            </a:pPr>
            <a:r>
              <a:rPr lang="en-GB"/>
              <a:t>Testing: Jest/</a:t>
            </a:r>
            <a:r>
              <a:rPr lang="en-GB" err="1"/>
              <a:t>Supertest</a:t>
            </a:r>
            <a:r>
              <a:rPr lang="en-GB"/>
              <a:t> test suites in __tests__.</a:t>
            </a:r>
          </a:p>
          <a:p>
            <a:pPr marL="171450" indent="-171450">
              <a:buFont typeface="Arial" panose="020B0604020202020204" pitchFamily="34" charset="0"/>
              <a:buChar char="•"/>
            </a:pPr>
            <a:r>
              <a:rPr lang="en-GB"/>
              <a:t>In practice, flow is: HTTP request → route handler → service/util logic → PostgreSQL → JSON response.</a:t>
            </a:r>
          </a:p>
          <a:p>
            <a:pPr marL="171450" indent="-171450">
              <a:buFont typeface="Arial" panose="020B0604020202020204" pitchFamily="34" charset="0"/>
              <a:buChar char="•"/>
            </a:pPr>
            <a:endParaRPr lang="en-GB"/>
          </a:p>
          <a:p>
            <a:pPr marL="171450" indent="-171450">
              <a:buFont typeface="Arial" panose="020B0604020202020204" pitchFamily="34" charset="0"/>
              <a:buChar char="•"/>
            </a:pPr>
            <a:r>
              <a:rPr lang="en-GB"/>
              <a:t>Frontend</a:t>
            </a:r>
          </a:p>
          <a:p>
            <a:pPr marL="171450" indent="-171450">
              <a:buFont typeface="Arial" panose="020B0604020202020204" pitchFamily="34" charset="0"/>
              <a:buChar char="•"/>
            </a:pPr>
            <a:r>
              <a:rPr lang="en-GB"/>
              <a:t>Stack: React app (hooks + component architecture).</a:t>
            </a:r>
          </a:p>
          <a:p>
            <a:pPr marL="171450" indent="-171450">
              <a:buFont typeface="Arial" panose="020B0604020202020204" pitchFamily="34" charset="0"/>
              <a:buChar char="•"/>
            </a:pPr>
            <a:r>
              <a:rPr lang="en-GB"/>
              <a:t>App shell: App.js.</a:t>
            </a:r>
          </a:p>
          <a:p>
            <a:pPr marL="171450" indent="-171450">
              <a:buFont typeface="Arial" panose="020B0604020202020204" pitchFamily="34" charset="0"/>
              <a:buChar char="•"/>
            </a:pPr>
            <a:r>
              <a:rPr lang="en-GB"/>
              <a:t>UI components: in components (map, search, route results, auth overlays, weather, filters, etc.).</a:t>
            </a:r>
          </a:p>
          <a:p>
            <a:pPr marL="171450" indent="-171450">
              <a:buFont typeface="Arial" panose="020B0604020202020204" pitchFamily="34" charset="0"/>
              <a:buChar char="•"/>
            </a:pPr>
            <a:r>
              <a:rPr lang="en-GB"/>
              <a:t>State/logic hooks: in hooks (geolocation, weather, live tracking, route planning).</a:t>
            </a:r>
          </a:p>
          <a:p>
            <a:pPr marL="171450" indent="-171450">
              <a:buFont typeface="Arial" panose="020B0604020202020204" pitchFamily="34" charset="0"/>
              <a:buChar char="•"/>
            </a:pPr>
            <a:r>
              <a:rPr lang="en-GB"/>
              <a:t>API access: centralized client in services.</a:t>
            </a:r>
          </a:p>
          <a:p>
            <a:pPr marL="171450" indent="-171450">
              <a:buFont typeface="Arial" panose="020B0604020202020204" pitchFamily="34" charset="0"/>
              <a:buChar char="•"/>
            </a:pPr>
            <a:r>
              <a:rPr lang="en-GB"/>
              <a:t>Styling: component CSS files plus app-level styles in </a:t>
            </a:r>
            <a:r>
              <a:rPr lang="en-GB" err="1"/>
              <a:t>src</a:t>
            </a:r>
            <a:r>
              <a:rPr lang="en-GB"/>
              <a:t>.</a:t>
            </a:r>
          </a:p>
          <a:p>
            <a:pPr marL="171450" indent="-171450">
              <a:buFont typeface="Arial" panose="020B0604020202020204" pitchFamily="34" charset="0"/>
              <a:buChar char="•"/>
            </a:pPr>
            <a:r>
              <a:rPr lang="en-GB"/>
              <a:t>Flow is: user input/search → React state/hooks → backend API calls → map/cards/weather render.</a:t>
            </a:r>
          </a:p>
          <a:p>
            <a:pPr marL="171450" indent="-171450">
              <a:buFont typeface="Arial" panose="020B0604020202020204" pitchFamily="34" charset="0"/>
              <a:buChar char="•"/>
            </a:pPr>
            <a:endParaRPr lang="en-GB"/>
          </a:p>
          <a:p>
            <a:pPr marL="171450" indent="-171450">
              <a:buFont typeface="Arial" panose="020B0604020202020204" pitchFamily="34" charset="0"/>
              <a:buChar char="•"/>
            </a:pPr>
            <a:r>
              <a:rPr lang="en-GB"/>
              <a:t>Database</a:t>
            </a:r>
          </a:p>
          <a:p>
            <a:pPr marL="171450" indent="-171450">
              <a:buFont typeface="Arial" panose="020B0604020202020204" pitchFamily="34" charset="0"/>
              <a:buChar char="•"/>
            </a:pPr>
            <a:r>
              <a:rPr lang="en-GB"/>
              <a:t>Engine: PostgreSQL (containerized).</a:t>
            </a:r>
          </a:p>
          <a:p>
            <a:pPr marL="171450" indent="-171450">
              <a:buFont typeface="Arial" panose="020B0604020202020204" pitchFamily="34" charset="0"/>
              <a:buChar char="•"/>
            </a:pPr>
            <a:r>
              <a:rPr lang="en-GB"/>
              <a:t>Core schema/setup: </a:t>
            </a:r>
            <a:r>
              <a:rPr lang="en-GB" err="1"/>
              <a:t>init.sql</a:t>
            </a:r>
            <a:r>
              <a:rPr lang="en-GB"/>
              <a:t>, </a:t>
            </a:r>
            <a:r>
              <a:rPr lang="en-GB" err="1"/>
              <a:t>auth_schema.sql</a:t>
            </a:r>
            <a:r>
              <a:rPr lang="en-GB"/>
              <a:t>, </a:t>
            </a:r>
            <a:r>
              <a:rPr lang="en-GB" err="1"/>
              <a:t>bus_schema.sql</a:t>
            </a:r>
            <a:r>
              <a:rPr lang="en-GB"/>
              <a:t>.</a:t>
            </a:r>
          </a:p>
          <a:p>
            <a:pPr marL="171450" indent="-171450">
              <a:buFont typeface="Arial" panose="020B0604020202020204" pitchFamily="34" charset="0"/>
              <a:buChar char="•"/>
            </a:pPr>
            <a:r>
              <a:rPr lang="en-GB"/>
              <a:t>Data domains: users/auth, stops, routes, schedules, rail data, live/historical journey tracking.</a:t>
            </a:r>
          </a:p>
          <a:p>
            <a:pPr marL="171450" indent="-171450">
              <a:buFont typeface="Arial" panose="020B0604020202020204" pitchFamily="34" charset="0"/>
              <a:buChar char="•"/>
            </a:pPr>
            <a:r>
              <a:rPr lang="en-GB"/>
              <a:t>Import tooling: Python scripts in </a:t>
            </a:r>
            <a:r>
              <a:rPr lang="en-GB" err="1"/>
              <a:t>postgres</a:t>
            </a:r>
            <a:r>
              <a:rPr lang="en-GB"/>
              <a:t> (</a:t>
            </a:r>
            <a:r>
              <a:rPr lang="en-GB" err="1"/>
              <a:t>NaPTAN</a:t>
            </a:r>
            <a:r>
              <a:rPr lang="en-GB"/>
              <a:t>, bus routes/schedules, rail imports).</a:t>
            </a:r>
          </a:p>
          <a:p>
            <a:pPr marL="171450" indent="-171450">
              <a:buFont typeface="Arial" panose="020B0604020202020204" pitchFamily="34" charset="0"/>
              <a:buChar char="•"/>
            </a:pPr>
            <a:r>
              <a:rPr lang="en-GB"/>
              <a:t>Backups/restores: SQL backups in </a:t>
            </a:r>
            <a:r>
              <a:rPr lang="en-GB" err="1"/>
              <a:t>postgres</a:t>
            </a:r>
            <a:r>
              <a:rPr lang="en-GB"/>
              <a:t> plus restore/cleanup steps via scripts.</a:t>
            </a:r>
          </a:p>
          <a:p>
            <a:pPr marL="171450" indent="-171450">
              <a:buFont typeface="Arial" panose="020B0604020202020204" pitchFamily="34" charset="0"/>
              <a:buChar char="•"/>
            </a:pPr>
            <a:r>
              <a:rPr lang="en-GB"/>
              <a:t>The backend accesses DB through pooled connections (</a:t>
            </a:r>
            <a:r>
              <a:rPr lang="en-GB" err="1"/>
              <a:t>pg</a:t>
            </a:r>
            <a:r>
              <a:rPr lang="en-GB"/>
              <a:t>) and query-based service logic.</a:t>
            </a:r>
          </a:p>
          <a:p>
            <a:pPr marL="171450" indent="-171450">
              <a:buFont typeface="Arial" panose="020B0604020202020204" pitchFamily="34" charset="0"/>
              <a:buChar char="•"/>
            </a:pPr>
            <a:endParaRPr lang="en-GB"/>
          </a:p>
          <a:p>
            <a:pPr marL="171450" indent="-171450">
              <a:buFont typeface="Arial" panose="020B0604020202020204" pitchFamily="34" charset="0"/>
              <a:buChar char="•"/>
            </a:pPr>
            <a:r>
              <a:rPr lang="en-GB"/>
              <a:t>Scripts</a:t>
            </a:r>
          </a:p>
          <a:p>
            <a:pPr marL="171450" indent="-171450">
              <a:buFont typeface="Arial" panose="020B0604020202020204" pitchFamily="34" charset="0"/>
              <a:buChar char="•"/>
            </a:pPr>
            <a:r>
              <a:rPr lang="en-GB"/>
              <a:t>Automation scripts live in scripts:</a:t>
            </a:r>
          </a:p>
          <a:p>
            <a:pPr marL="171450" indent="-171450">
              <a:buFont typeface="Arial" panose="020B0604020202020204" pitchFamily="34" charset="0"/>
              <a:buChar char="•"/>
            </a:pPr>
            <a:r>
              <a:rPr lang="en-GB"/>
              <a:t>lab_restart.sh: full lab-machine restart workflow (backup → rebuild → restore → run).</a:t>
            </a:r>
          </a:p>
          <a:p>
            <a:pPr marL="171450" indent="-171450">
              <a:buFont typeface="Arial" panose="020B0604020202020204" pitchFamily="34" charset="0"/>
              <a:buChar char="•"/>
            </a:pPr>
            <a:r>
              <a:rPr lang="en-GB"/>
              <a:t>build_containers.sh: build frontend/backend images.</a:t>
            </a:r>
          </a:p>
          <a:p>
            <a:pPr marL="171450" indent="-171450">
              <a:buFont typeface="Arial" panose="020B0604020202020204" pitchFamily="34" charset="0"/>
              <a:buChar char="•"/>
            </a:pPr>
            <a:r>
              <a:rPr lang="en-GB"/>
              <a:t>cleanup_containers.sh: stop/remove containers/images/volumes.</a:t>
            </a:r>
          </a:p>
          <a:p>
            <a:pPr marL="171450" indent="-171450">
              <a:buFont typeface="Arial" panose="020B0604020202020204" pitchFamily="34" charset="0"/>
              <a:buChar char="•"/>
            </a:pPr>
            <a:r>
              <a:rPr lang="en-GB"/>
              <a:t>backup_db.sh and restore_db.sh: DB lifecycle management.</a:t>
            </a:r>
          </a:p>
          <a:p>
            <a:pPr marL="171450" indent="-171450">
              <a:buFont typeface="Arial" panose="020B0604020202020204" pitchFamily="34" charset="0"/>
              <a:buChar char="•"/>
            </a:pPr>
            <a:r>
              <a:rPr lang="en-GB"/>
              <a:t>import_routes.sh: transport route import.</a:t>
            </a:r>
          </a:p>
          <a:p>
            <a:pPr marL="171450" indent="-171450">
              <a:buFont typeface="Arial" panose="020B0604020202020204" pitchFamily="34" charset="0"/>
              <a:buChar char="•"/>
            </a:pPr>
            <a:r>
              <a:rPr lang="en-GB"/>
              <a:t>Container orchestration: docker-</a:t>
            </a:r>
            <a:r>
              <a:rPr lang="en-GB" err="1"/>
              <a:t>compose.yml</a:t>
            </a:r>
            <a:r>
              <a:rPr lang="en-GB"/>
              <a:t> + docker-</a:t>
            </a:r>
            <a:r>
              <a:rPr lang="en-GB" err="1"/>
              <a:t>compose.dev.yml</a:t>
            </a:r>
            <a:r>
              <a:rPr lang="en-GB"/>
              <a:t>.</a:t>
            </a:r>
          </a:p>
          <a:p>
            <a:pPr marL="171450" indent="-171450">
              <a:buFont typeface="Arial" panose="020B0604020202020204" pitchFamily="34" charset="0"/>
              <a:buChar char="•"/>
            </a:pPr>
            <a:r>
              <a:rPr lang="en-GB"/>
              <a:t>Designed for lab environments where containers must be rebuilt/restarted frequently.</a:t>
            </a:r>
          </a:p>
          <a:p>
            <a:pPr marL="171450" indent="-171450">
              <a:buFont typeface="Arial" panose="020B0604020202020204" pitchFamily="34" charset="0"/>
              <a:buChar char="•"/>
            </a:pPr>
            <a:endParaRPr lang="en-GB"/>
          </a:p>
        </p:txBody>
      </p:sp>
      <p:sp>
        <p:nvSpPr>
          <p:cNvPr id="4" name="Slide Number Placeholder 3"/>
          <p:cNvSpPr>
            <a:spLocks noGrp="1"/>
          </p:cNvSpPr>
          <p:nvPr>
            <p:ph type="sldNum" sz="quarter" idx="5"/>
          </p:nvPr>
        </p:nvSpPr>
        <p:spPr/>
        <p:txBody>
          <a:bodyPr/>
          <a:lstStyle/>
          <a:p>
            <a:fld id="{5E70D564-89BD-46EA-9745-14DACCD74378}" type="slidenum">
              <a:rPr lang="en-GB" smtClean="0"/>
              <a:t>4</a:t>
            </a:fld>
            <a:endParaRPr lang="en-GB"/>
          </a:p>
        </p:txBody>
      </p:sp>
    </p:spTree>
    <p:extLst>
      <p:ext uri="{BB962C8B-B14F-4D97-AF65-F5344CB8AC3E}">
        <p14:creationId xmlns:p14="http://schemas.microsoft.com/office/powerpoint/2010/main" val="113787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During the </a:t>
            </a:r>
            <a:r>
              <a:rPr lang="en-GB" err="1"/>
              <a:t>preperation</a:t>
            </a:r>
            <a:r>
              <a:rPr lang="en-GB"/>
              <a:t> of this project the team predicted any issues that could occur. we made sure to stay organised with the team splitting into three subgroups, these subgroups were Algorithms  for the project User Interface  and database this was necessary to make sure delegation of task was made efficient and clear ownership was discussed. All developers were tasked with testing all code that they wrote to ensure it was functional and met the </a:t>
            </a:r>
            <a:r>
              <a:rPr lang="en-GB" err="1"/>
              <a:t>secuiryt</a:t>
            </a:r>
            <a:r>
              <a:rPr lang="en-GB"/>
              <a:t> and </a:t>
            </a:r>
            <a:r>
              <a:rPr lang="en-GB" err="1"/>
              <a:t>accessbility</a:t>
            </a:r>
            <a:r>
              <a:rPr lang="en-GB"/>
              <a:t> standards.  </a:t>
            </a:r>
          </a:p>
          <a:p>
            <a:endParaRPr lang="en-GB"/>
          </a:p>
          <a:p>
            <a:r>
              <a:rPr lang="en-GB"/>
              <a:t>During the development process of the project the team encounter unforeseen issues such as merge conflicts and routing errors, these were only seen as minor issues but having to deal with these problems still took time out of development causing task dependencies </a:t>
            </a:r>
            <a:r>
              <a:rPr lang="en-GB" err="1"/>
              <a:t>sunsquent</a:t>
            </a:r>
            <a:r>
              <a:rPr lang="en-GB"/>
              <a:t> time delays. </a:t>
            </a:r>
          </a:p>
          <a:p>
            <a:endParaRPr lang="en-GB"/>
          </a:p>
          <a:p>
            <a:r>
              <a:rPr lang="en-GB"/>
              <a:t>The team was able to overcome adversaries that were faced with without missing the final deadline.</a:t>
            </a:r>
          </a:p>
        </p:txBody>
      </p:sp>
      <p:sp>
        <p:nvSpPr>
          <p:cNvPr id="4" name="Slide Number Placeholder 3"/>
          <p:cNvSpPr>
            <a:spLocks noGrp="1"/>
          </p:cNvSpPr>
          <p:nvPr>
            <p:ph type="sldNum" sz="quarter" idx="5"/>
          </p:nvPr>
        </p:nvSpPr>
        <p:spPr/>
        <p:txBody>
          <a:bodyPr/>
          <a:lstStyle/>
          <a:p>
            <a:fld id="{5E70D564-89BD-46EA-9745-14DACCD74378}" type="slidenum">
              <a:rPr lang="en-GB" smtClean="0"/>
              <a:t>5</a:t>
            </a:fld>
            <a:endParaRPr lang="en-GB"/>
          </a:p>
        </p:txBody>
      </p:sp>
    </p:spTree>
    <p:extLst>
      <p:ext uri="{BB962C8B-B14F-4D97-AF65-F5344CB8AC3E}">
        <p14:creationId xmlns:p14="http://schemas.microsoft.com/office/powerpoint/2010/main" val="1339365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Post task and post-test evaluations were completed by users. The post task questions were broken down into a series of sub questions that highlighted the key features of the project. The post-test evaluation gave us a general understanding of how users felt about the look and feel of the application.</a:t>
            </a:r>
            <a:endParaRPr lang="en-US"/>
          </a:p>
        </p:txBody>
      </p:sp>
      <p:sp>
        <p:nvSpPr>
          <p:cNvPr id="4" name="Slide Number Placeholder 3"/>
          <p:cNvSpPr>
            <a:spLocks noGrp="1"/>
          </p:cNvSpPr>
          <p:nvPr>
            <p:ph type="sldNum" sz="quarter" idx="5"/>
          </p:nvPr>
        </p:nvSpPr>
        <p:spPr/>
        <p:txBody>
          <a:bodyPr/>
          <a:lstStyle/>
          <a:p>
            <a:fld id="{5E70D564-89BD-46EA-9745-14DACCD74378}" type="slidenum">
              <a:rPr lang="en-GB" smtClean="0"/>
              <a:t>6</a:t>
            </a:fld>
            <a:endParaRPr lang="en-GB"/>
          </a:p>
        </p:txBody>
      </p:sp>
    </p:spTree>
    <p:extLst>
      <p:ext uri="{BB962C8B-B14F-4D97-AF65-F5344CB8AC3E}">
        <p14:creationId xmlns:p14="http://schemas.microsoft.com/office/powerpoint/2010/main" val="3253886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90000"/>
              </a:lnSpc>
              <a:spcBef>
                <a:spcPts val="500"/>
              </a:spcBef>
              <a:buChar char="•"/>
            </a:pPr>
            <a:r>
              <a:rPr lang="en-GB"/>
              <a:t>Key points taken from feedback</a:t>
            </a:r>
            <a:endParaRPr lang="en-US"/>
          </a:p>
          <a:p>
            <a:pPr lvl="2">
              <a:lnSpc>
                <a:spcPct val="90000"/>
              </a:lnSpc>
              <a:spcBef>
                <a:spcPts val="500"/>
              </a:spcBef>
              <a:buFont typeface="Wingdings,Sans-Serif"/>
              <a:buChar char="•"/>
            </a:pPr>
            <a:r>
              <a:rPr lang="en-GB"/>
              <a:t>General feedback was positive as indicated by the SUS scores.</a:t>
            </a:r>
            <a:endParaRPr lang="en-US"/>
          </a:p>
          <a:p>
            <a:pPr lvl="2">
              <a:lnSpc>
                <a:spcPct val="90000"/>
              </a:lnSpc>
              <a:spcBef>
                <a:spcPts val="500"/>
              </a:spcBef>
              <a:buFont typeface="Wingdings,Sans-Serif"/>
              <a:buChar char="•"/>
            </a:pPr>
            <a:r>
              <a:rPr lang="en-GB"/>
              <a:t>The key aspect of our application of allowing users to find routes between different points in Lancashire was received well by users. Overall, users felt that being able to find routes was very easy as well as being able to follow them.</a:t>
            </a:r>
            <a:endParaRPr lang="en-US"/>
          </a:p>
          <a:p>
            <a:pPr lvl="2">
              <a:lnSpc>
                <a:spcPct val="90000"/>
              </a:lnSpc>
              <a:spcBef>
                <a:spcPts val="500"/>
              </a:spcBef>
              <a:buFont typeface="Wingdings,Sans-Serif"/>
              <a:buChar char="•"/>
            </a:pPr>
            <a:r>
              <a:rPr lang="en-GB"/>
              <a:t>Users were also generally pleased with the presence and layout of accounts.</a:t>
            </a:r>
            <a:endParaRPr lang="en-US"/>
          </a:p>
          <a:p>
            <a:pPr lvl="1">
              <a:lnSpc>
                <a:spcPct val="90000"/>
              </a:lnSpc>
              <a:spcBef>
                <a:spcPts val="500"/>
              </a:spcBef>
              <a:buFont typeface="Wingdings,Sans-Serif"/>
              <a:buChar char="•"/>
            </a:pPr>
            <a:r>
              <a:rPr lang="en-GB"/>
              <a:t>What was changed?</a:t>
            </a:r>
            <a:endParaRPr lang="en-US"/>
          </a:p>
          <a:p>
            <a:pPr lvl="2">
              <a:lnSpc>
                <a:spcPct val="90000"/>
              </a:lnSpc>
              <a:spcBef>
                <a:spcPts val="500"/>
              </a:spcBef>
              <a:buFont typeface="Wingdings,Sans-Serif"/>
              <a:buChar char="•"/>
            </a:pPr>
            <a:r>
              <a:rPr lang="en-GB"/>
              <a:t>Pin drop was improved to prevent only the end point location from being changed when using a pin. In addition to this, the pin drop feature has been improved for mobile use to allow users to drag and drop a pin.</a:t>
            </a:r>
            <a:endParaRPr lang="en-US"/>
          </a:p>
          <a:p>
            <a:pPr lvl="2">
              <a:lnSpc>
                <a:spcPct val="90000"/>
              </a:lnSpc>
              <a:spcBef>
                <a:spcPts val="500"/>
              </a:spcBef>
              <a:buFont typeface="Wingdings,Sans-Serif"/>
              <a:buChar char="•"/>
            </a:pPr>
            <a:r>
              <a:rPr lang="en-GB"/>
              <a:t>The position of some icons on the landing page have been altered for mobile use so that they are still easily accessible.</a:t>
            </a:r>
            <a:endParaRPr lang="en-US"/>
          </a:p>
          <a:p>
            <a:pPr lvl="2">
              <a:lnSpc>
                <a:spcPct val="90000"/>
              </a:lnSpc>
              <a:spcBef>
                <a:spcPts val="500"/>
              </a:spcBef>
              <a:buFont typeface="Wingdings,Sans-Serif"/>
              <a:buChar char="•"/>
            </a:pPr>
            <a:r>
              <a:rPr lang="en-GB"/>
              <a:t>Features such as light/dark mode and text size have been altered to become accessible to everyone, not just those with accounts.</a:t>
            </a:r>
            <a:endParaRPr lang="en-US"/>
          </a:p>
          <a:p>
            <a:pPr lvl="1">
              <a:lnSpc>
                <a:spcPct val="90000"/>
              </a:lnSpc>
              <a:spcBef>
                <a:spcPts val="500"/>
              </a:spcBef>
              <a:buFont typeface="Wingdings,Sans-Serif"/>
              <a:buChar char="•"/>
            </a:pPr>
            <a:r>
              <a:rPr lang="en-GB"/>
              <a:t>Important conclusions from results</a:t>
            </a:r>
            <a:endParaRPr lang="en-US"/>
          </a:p>
          <a:p>
            <a:pPr lvl="2">
              <a:lnSpc>
                <a:spcPct val="90000"/>
              </a:lnSpc>
              <a:spcBef>
                <a:spcPts val="500"/>
              </a:spcBef>
              <a:buFont typeface="Wingdings,Sans-Serif"/>
              <a:buChar char="•"/>
            </a:pPr>
            <a:r>
              <a:rPr lang="en-GB"/>
              <a:t>Issues around the use of the pin drop to mark a location was the biggest issue that was consistent across user feedback.</a:t>
            </a:r>
            <a:endParaRPr lang="en-US"/>
          </a:p>
          <a:p>
            <a:pPr lvl="2">
              <a:lnSpc>
                <a:spcPct val="90000"/>
              </a:lnSpc>
              <a:spcBef>
                <a:spcPts val="500"/>
              </a:spcBef>
              <a:buFont typeface="Wingdings,Sans-Serif"/>
              <a:buChar char="•"/>
            </a:pPr>
            <a:r>
              <a:rPr lang="en-GB"/>
              <a:t>Users also noted some issues around the display of traffic on the map as the road colours were similar to the colours that highlighted traffic in certain areas.</a:t>
            </a:r>
          </a:p>
        </p:txBody>
      </p:sp>
      <p:sp>
        <p:nvSpPr>
          <p:cNvPr id="4" name="Slide Number Placeholder 3"/>
          <p:cNvSpPr>
            <a:spLocks noGrp="1"/>
          </p:cNvSpPr>
          <p:nvPr>
            <p:ph type="sldNum" sz="quarter" idx="5"/>
          </p:nvPr>
        </p:nvSpPr>
        <p:spPr/>
        <p:txBody>
          <a:bodyPr/>
          <a:lstStyle/>
          <a:p>
            <a:fld id="{5E70D564-89BD-46EA-9745-14DACCD74378}" type="slidenum">
              <a:rPr lang="en-GB" smtClean="0"/>
              <a:t>7</a:t>
            </a:fld>
            <a:endParaRPr lang="en-GB"/>
          </a:p>
        </p:txBody>
      </p:sp>
    </p:spTree>
    <p:extLst>
      <p:ext uri="{BB962C8B-B14F-4D97-AF65-F5344CB8AC3E}">
        <p14:creationId xmlns:p14="http://schemas.microsoft.com/office/powerpoint/2010/main" val="3144430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 - Before user feedback, our schedule was stuck to, and we easily met internal deadlines that we set for ourselves. It was a little less organised after we got our user feedback, with a little deadline rush, but overall, we had good time management. Communication as a team was strong. Every minor issue that we had was talked about and handled carefully to stop any significant issues from happening, and this contributed to the general success of our project.</a:t>
            </a:r>
          </a:p>
          <a:p>
            <a:r>
              <a:rPr lang="en-GB"/>
              <a:t> - We did have issues surrounding compatibility across different members' machines. Sometimes the website would be accessible for everyone, but often we had one or two members of the group who couldn't access it, or one time only one person being able to access it. This did hinder the development time a little, but it was mostly small issues that were bug fixed quickly, and when it wasn't then it was something out of our control that we had to wait for external factors to be fixed.</a:t>
            </a:r>
          </a:p>
          <a:p>
            <a:r>
              <a:rPr lang="en-GB"/>
              <a:t> - If we were to do this project again, we would put more focus into creating a more robust routing algorithm. The one we have was made over the whole timespan of the project, which let it evolve as we needed it to but had the issue of it being more difficult to add to it and made the routing times longer and longer as we added more. Creating the routing algorithm with the features we now know it needs earlier on would help to make the website a better experience.</a:t>
            </a:r>
          </a:p>
        </p:txBody>
      </p:sp>
      <p:sp>
        <p:nvSpPr>
          <p:cNvPr id="4" name="Slide Number Placeholder 3"/>
          <p:cNvSpPr>
            <a:spLocks noGrp="1"/>
          </p:cNvSpPr>
          <p:nvPr>
            <p:ph type="sldNum" sz="quarter" idx="5"/>
          </p:nvPr>
        </p:nvSpPr>
        <p:spPr/>
        <p:txBody>
          <a:bodyPr/>
          <a:lstStyle/>
          <a:p>
            <a:fld id="{5E70D564-89BD-46EA-9745-14DACCD74378}" type="slidenum">
              <a:rPr lang="en-GB" smtClean="0"/>
              <a:t>8</a:t>
            </a:fld>
            <a:endParaRPr lang="en-GB"/>
          </a:p>
        </p:txBody>
      </p:sp>
    </p:spTree>
    <p:extLst>
      <p:ext uri="{BB962C8B-B14F-4D97-AF65-F5344CB8AC3E}">
        <p14:creationId xmlns:p14="http://schemas.microsoft.com/office/powerpoint/2010/main" val="2205393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458B2-5CC4-D7AA-CE8C-9290AE62E5A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2C05F4CD-97E5-A748-527C-CB2D0D0383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90B86491-7DB1-45BF-0FC3-4761AD41762C}"/>
              </a:ext>
            </a:extLst>
          </p:cNvPr>
          <p:cNvSpPr>
            <a:spLocks noGrp="1"/>
          </p:cNvSpPr>
          <p:nvPr>
            <p:ph type="dt" sz="half" idx="10"/>
          </p:nvPr>
        </p:nvSpPr>
        <p:spPr/>
        <p:txBody>
          <a:bodyPr/>
          <a:lstStyle/>
          <a:p>
            <a:fld id="{92C1037F-46EB-446F-BD9E-F4F7C290B2EA}" type="datetimeFigureOut">
              <a:rPr lang="en-GB" smtClean="0"/>
              <a:t>14/05/2026</a:t>
            </a:fld>
            <a:endParaRPr lang="en-GB"/>
          </a:p>
        </p:txBody>
      </p:sp>
      <p:sp>
        <p:nvSpPr>
          <p:cNvPr id="5" name="Footer Placeholder 4">
            <a:extLst>
              <a:ext uri="{FF2B5EF4-FFF2-40B4-BE49-F238E27FC236}">
                <a16:creationId xmlns:a16="http://schemas.microsoft.com/office/drawing/2014/main" id="{E52EB60E-92A6-8D43-E43B-4437316DE5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AF2EA83-4423-6E33-9A00-D95801ED798A}"/>
              </a:ext>
            </a:extLst>
          </p:cNvPr>
          <p:cNvSpPr>
            <a:spLocks noGrp="1"/>
          </p:cNvSpPr>
          <p:nvPr>
            <p:ph type="sldNum" sz="quarter" idx="12"/>
          </p:nvPr>
        </p:nvSpPr>
        <p:spPr/>
        <p:txBody>
          <a:bodyPr/>
          <a:lstStyle/>
          <a:p>
            <a:fld id="{896B324B-5D2C-49F7-8134-E4B140F521C2}" type="slidenum">
              <a:rPr lang="en-GB" smtClean="0"/>
              <a:t>‹#›</a:t>
            </a:fld>
            <a:endParaRPr lang="en-GB"/>
          </a:p>
        </p:txBody>
      </p:sp>
    </p:spTree>
    <p:extLst>
      <p:ext uri="{BB962C8B-B14F-4D97-AF65-F5344CB8AC3E}">
        <p14:creationId xmlns:p14="http://schemas.microsoft.com/office/powerpoint/2010/main" val="3120020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2408-F5F3-9FBB-8672-18422C6DD2D9}"/>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0121AB7-5FB1-7D4D-5D5F-5DF27F4051B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DEB001D-6594-8039-F961-6D5F395C1101}"/>
              </a:ext>
            </a:extLst>
          </p:cNvPr>
          <p:cNvSpPr>
            <a:spLocks noGrp="1"/>
          </p:cNvSpPr>
          <p:nvPr>
            <p:ph type="dt" sz="half" idx="10"/>
          </p:nvPr>
        </p:nvSpPr>
        <p:spPr/>
        <p:txBody>
          <a:bodyPr/>
          <a:lstStyle/>
          <a:p>
            <a:fld id="{92C1037F-46EB-446F-BD9E-F4F7C290B2EA}" type="datetimeFigureOut">
              <a:rPr lang="en-GB" smtClean="0"/>
              <a:t>14/05/2026</a:t>
            </a:fld>
            <a:endParaRPr lang="en-GB"/>
          </a:p>
        </p:txBody>
      </p:sp>
      <p:sp>
        <p:nvSpPr>
          <p:cNvPr id="5" name="Footer Placeholder 4">
            <a:extLst>
              <a:ext uri="{FF2B5EF4-FFF2-40B4-BE49-F238E27FC236}">
                <a16:creationId xmlns:a16="http://schemas.microsoft.com/office/drawing/2014/main" id="{45FA4F4F-57D6-37CB-7FE2-F94B14B3FB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9533E80-5081-6585-C305-9F1F80D830A2}"/>
              </a:ext>
            </a:extLst>
          </p:cNvPr>
          <p:cNvSpPr>
            <a:spLocks noGrp="1"/>
          </p:cNvSpPr>
          <p:nvPr>
            <p:ph type="sldNum" sz="quarter" idx="12"/>
          </p:nvPr>
        </p:nvSpPr>
        <p:spPr/>
        <p:txBody>
          <a:bodyPr/>
          <a:lstStyle/>
          <a:p>
            <a:fld id="{896B324B-5D2C-49F7-8134-E4B140F521C2}" type="slidenum">
              <a:rPr lang="en-GB" smtClean="0"/>
              <a:t>‹#›</a:t>
            </a:fld>
            <a:endParaRPr lang="en-GB"/>
          </a:p>
        </p:txBody>
      </p:sp>
    </p:spTree>
    <p:extLst>
      <p:ext uri="{BB962C8B-B14F-4D97-AF65-F5344CB8AC3E}">
        <p14:creationId xmlns:p14="http://schemas.microsoft.com/office/powerpoint/2010/main" val="263112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A331A-7E12-ACE9-E392-72869B85C51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BAFE4C08-EB61-1940-B4A3-C6AFDCC428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02DAC2E-302F-D918-62C3-AC6F87F711D0}"/>
              </a:ext>
            </a:extLst>
          </p:cNvPr>
          <p:cNvSpPr>
            <a:spLocks noGrp="1"/>
          </p:cNvSpPr>
          <p:nvPr>
            <p:ph type="dt" sz="half" idx="10"/>
          </p:nvPr>
        </p:nvSpPr>
        <p:spPr/>
        <p:txBody>
          <a:bodyPr/>
          <a:lstStyle/>
          <a:p>
            <a:fld id="{92C1037F-46EB-446F-BD9E-F4F7C290B2EA}" type="datetimeFigureOut">
              <a:rPr lang="en-GB" smtClean="0"/>
              <a:t>14/05/2026</a:t>
            </a:fld>
            <a:endParaRPr lang="en-GB"/>
          </a:p>
        </p:txBody>
      </p:sp>
      <p:sp>
        <p:nvSpPr>
          <p:cNvPr id="5" name="Footer Placeholder 4">
            <a:extLst>
              <a:ext uri="{FF2B5EF4-FFF2-40B4-BE49-F238E27FC236}">
                <a16:creationId xmlns:a16="http://schemas.microsoft.com/office/drawing/2014/main" id="{FC44F6E7-C975-2EC6-AC44-2B5B0EC747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A94C2-F93F-6056-A77F-53D0ADBFB2F2}"/>
              </a:ext>
            </a:extLst>
          </p:cNvPr>
          <p:cNvSpPr>
            <a:spLocks noGrp="1"/>
          </p:cNvSpPr>
          <p:nvPr>
            <p:ph type="sldNum" sz="quarter" idx="12"/>
          </p:nvPr>
        </p:nvSpPr>
        <p:spPr/>
        <p:txBody>
          <a:bodyPr/>
          <a:lstStyle/>
          <a:p>
            <a:fld id="{896B324B-5D2C-49F7-8134-E4B140F521C2}" type="slidenum">
              <a:rPr lang="en-GB" smtClean="0"/>
              <a:t>‹#›</a:t>
            </a:fld>
            <a:endParaRPr lang="en-GB"/>
          </a:p>
        </p:txBody>
      </p:sp>
    </p:spTree>
    <p:extLst>
      <p:ext uri="{BB962C8B-B14F-4D97-AF65-F5344CB8AC3E}">
        <p14:creationId xmlns:p14="http://schemas.microsoft.com/office/powerpoint/2010/main" val="1923198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11FCA-A0CF-F6F7-619F-ACF1DB8032A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6D7C26D-30DF-1ED7-9C67-A259D6CE5D9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FD77C0F3-9945-F669-95D2-2DF9F4F4E35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3A64188E-F53E-C702-64AB-5322E1A6A415}"/>
              </a:ext>
            </a:extLst>
          </p:cNvPr>
          <p:cNvSpPr>
            <a:spLocks noGrp="1"/>
          </p:cNvSpPr>
          <p:nvPr>
            <p:ph type="dt" sz="half" idx="10"/>
          </p:nvPr>
        </p:nvSpPr>
        <p:spPr/>
        <p:txBody>
          <a:bodyPr/>
          <a:lstStyle/>
          <a:p>
            <a:fld id="{92C1037F-46EB-446F-BD9E-F4F7C290B2EA}" type="datetimeFigureOut">
              <a:rPr lang="en-GB" smtClean="0"/>
              <a:t>14/05/2026</a:t>
            </a:fld>
            <a:endParaRPr lang="en-GB"/>
          </a:p>
        </p:txBody>
      </p:sp>
      <p:sp>
        <p:nvSpPr>
          <p:cNvPr id="6" name="Footer Placeholder 5">
            <a:extLst>
              <a:ext uri="{FF2B5EF4-FFF2-40B4-BE49-F238E27FC236}">
                <a16:creationId xmlns:a16="http://schemas.microsoft.com/office/drawing/2014/main" id="{35772CEA-37B0-B4F7-30F5-04647B32ACA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E2A0954-1481-4455-8DC3-0C80D74B6A3D}"/>
              </a:ext>
            </a:extLst>
          </p:cNvPr>
          <p:cNvSpPr>
            <a:spLocks noGrp="1"/>
          </p:cNvSpPr>
          <p:nvPr>
            <p:ph type="sldNum" sz="quarter" idx="12"/>
          </p:nvPr>
        </p:nvSpPr>
        <p:spPr/>
        <p:txBody>
          <a:bodyPr/>
          <a:lstStyle/>
          <a:p>
            <a:fld id="{896B324B-5D2C-49F7-8134-E4B140F521C2}" type="slidenum">
              <a:rPr lang="en-GB" smtClean="0"/>
              <a:t>‹#›</a:t>
            </a:fld>
            <a:endParaRPr lang="en-GB"/>
          </a:p>
        </p:txBody>
      </p:sp>
    </p:spTree>
    <p:extLst>
      <p:ext uri="{BB962C8B-B14F-4D97-AF65-F5344CB8AC3E}">
        <p14:creationId xmlns:p14="http://schemas.microsoft.com/office/powerpoint/2010/main" val="2244837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1D3D9-7BEC-A742-2970-04E52650FC78}"/>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B13339A8-5AF8-F0C5-0A19-E8B744404C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D915225-6358-5745-8836-0B76AFF46EB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F803C1F6-7AD3-4179-31D6-0AEA55E9B9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FACA03C-2D78-9F96-ADD7-E22F4F96241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0531965-4477-406F-8CE4-907692BF47FB}"/>
              </a:ext>
            </a:extLst>
          </p:cNvPr>
          <p:cNvSpPr>
            <a:spLocks noGrp="1"/>
          </p:cNvSpPr>
          <p:nvPr>
            <p:ph type="dt" sz="half" idx="10"/>
          </p:nvPr>
        </p:nvSpPr>
        <p:spPr/>
        <p:txBody>
          <a:bodyPr/>
          <a:lstStyle/>
          <a:p>
            <a:fld id="{92C1037F-46EB-446F-BD9E-F4F7C290B2EA}" type="datetimeFigureOut">
              <a:rPr lang="en-GB" smtClean="0"/>
              <a:t>14/05/2026</a:t>
            </a:fld>
            <a:endParaRPr lang="en-GB"/>
          </a:p>
        </p:txBody>
      </p:sp>
      <p:sp>
        <p:nvSpPr>
          <p:cNvPr id="8" name="Footer Placeholder 7">
            <a:extLst>
              <a:ext uri="{FF2B5EF4-FFF2-40B4-BE49-F238E27FC236}">
                <a16:creationId xmlns:a16="http://schemas.microsoft.com/office/drawing/2014/main" id="{EFDE5B73-BC71-02E5-F50F-71A95954376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CD2756D-3020-4E7B-6E5B-982B9CE62AD9}"/>
              </a:ext>
            </a:extLst>
          </p:cNvPr>
          <p:cNvSpPr>
            <a:spLocks noGrp="1"/>
          </p:cNvSpPr>
          <p:nvPr>
            <p:ph type="sldNum" sz="quarter" idx="12"/>
          </p:nvPr>
        </p:nvSpPr>
        <p:spPr/>
        <p:txBody>
          <a:bodyPr/>
          <a:lstStyle/>
          <a:p>
            <a:fld id="{896B324B-5D2C-49F7-8134-E4B140F521C2}" type="slidenum">
              <a:rPr lang="en-GB" smtClean="0"/>
              <a:t>‹#›</a:t>
            </a:fld>
            <a:endParaRPr lang="en-GB"/>
          </a:p>
        </p:txBody>
      </p:sp>
    </p:spTree>
    <p:extLst>
      <p:ext uri="{BB962C8B-B14F-4D97-AF65-F5344CB8AC3E}">
        <p14:creationId xmlns:p14="http://schemas.microsoft.com/office/powerpoint/2010/main" val="3304932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79913-D1A1-0351-5701-69655AF8BD4F}"/>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EC983508-7E85-38A2-F78E-600E55B67593}"/>
              </a:ext>
            </a:extLst>
          </p:cNvPr>
          <p:cNvSpPr>
            <a:spLocks noGrp="1"/>
          </p:cNvSpPr>
          <p:nvPr>
            <p:ph type="dt" sz="half" idx="10"/>
          </p:nvPr>
        </p:nvSpPr>
        <p:spPr/>
        <p:txBody>
          <a:bodyPr/>
          <a:lstStyle/>
          <a:p>
            <a:fld id="{92C1037F-46EB-446F-BD9E-F4F7C290B2EA}" type="datetimeFigureOut">
              <a:rPr lang="en-GB" smtClean="0"/>
              <a:t>14/05/2026</a:t>
            </a:fld>
            <a:endParaRPr lang="en-GB"/>
          </a:p>
        </p:txBody>
      </p:sp>
      <p:sp>
        <p:nvSpPr>
          <p:cNvPr id="4" name="Footer Placeholder 3">
            <a:extLst>
              <a:ext uri="{FF2B5EF4-FFF2-40B4-BE49-F238E27FC236}">
                <a16:creationId xmlns:a16="http://schemas.microsoft.com/office/drawing/2014/main" id="{9FE26918-2415-CB66-2D6A-FA3174CDCD2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F755B6A-2B06-A47E-6E74-AEE22A144A10}"/>
              </a:ext>
            </a:extLst>
          </p:cNvPr>
          <p:cNvSpPr>
            <a:spLocks noGrp="1"/>
          </p:cNvSpPr>
          <p:nvPr>
            <p:ph type="sldNum" sz="quarter" idx="12"/>
          </p:nvPr>
        </p:nvSpPr>
        <p:spPr/>
        <p:txBody>
          <a:bodyPr/>
          <a:lstStyle/>
          <a:p>
            <a:fld id="{896B324B-5D2C-49F7-8134-E4B140F521C2}" type="slidenum">
              <a:rPr lang="en-GB" smtClean="0"/>
              <a:t>‹#›</a:t>
            </a:fld>
            <a:endParaRPr lang="en-GB"/>
          </a:p>
        </p:txBody>
      </p:sp>
    </p:spTree>
    <p:extLst>
      <p:ext uri="{BB962C8B-B14F-4D97-AF65-F5344CB8AC3E}">
        <p14:creationId xmlns:p14="http://schemas.microsoft.com/office/powerpoint/2010/main" val="149551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38E06C-8576-16D7-D4B2-93BE16D5A43C}"/>
              </a:ext>
            </a:extLst>
          </p:cNvPr>
          <p:cNvSpPr>
            <a:spLocks noGrp="1"/>
          </p:cNvSpPr>
          <p:nvPr>
            <p:ph type="dt" sz="half" idx="10"/>
          </p:nvPr>
        </p:nvSpPr>
        <p:spPr/>
        <p:txBody>
          <a:bodyPr/>
          <a:lstStyle/>
          <a:p>
            <a:fld id="{92C1037F-46EB-446F-BD9E-F4F7C290B2EA}" type="datetimeFigureOut">
              <a:rPr lang="en-GB" smtClean="0"/>
              <a:t>14/05/2026</a:t>
            </a:fld>
            <a:endParaRPr lang="en-GB"/>
          </a:p>
        </p:txBody>
      </p:sp>
      <p:sp>
        <p:nvSpPr>
          <p:cNvPr id="3" name="Footer Placeholder 2">
            <a:extLst>
              <a:ext uri="{FF2B5EF4-FFF2-40B4-BE49-F238E27FC236}">
                <a16:creationId xmlns:a16="http://schemas.microsoft.com/office/drawing/2014/main" id="{0CF370CC-5D3D-006D-9915-94D8341D0FF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9DE8F1C-B801-8D62-2E06-62685953C450}"/>
              </a:ext>
            </a:extLst>
          </p:cNvPr>
          <p:cNvSpPr>
            <a:spLocks noGrp="1"/>
          </p:cNvSpPr>
          <p:nvPr>
            <p:ph type="sldNum" sz="quarter" idx="12"/>
          </p:nvPr>
        </p:nvSpPr>
        <p:spPr/>
        <p:txBody>
          <a:bodyPr/>
          <a:lstStyle/>
          <a:p>
            <a:fld id="{896B324B-5D2C-49F7-8134-E4B140F521C2}" type="slidenum">
              <a:rPr lang="en-GB" smtClean="0"/>
              <a:t>‹#›</a:t>
            </a:fld>
            <a:endParaRPr lang="en-GB"/>
          </a:p>
        </p:txBody>
      </p:sp>
    </p:spTree>
    <p:extLst>
      <p:ext uri="{BB962C8B-B14F-4D97-AF65-F5344CB8AC3E}">
        <p14:creationId xmlns:p14="http://schemas.microsoft.com/office/powerpoint/2010/main" val="2565922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251B5-D155-6DC5-4E80-C815424C402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2029995F-5407-E9EF-6C80-58B5A676F6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A1DAC9DC-1B2F-7E82-2450-048DA72525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AD9C091-B62F-8181-1BFD-6AC2A0671AF8}"/>
              </a:ext>
            </a:extLst>
          </p:cNvPr>
          <p:cNvSpPr>
            <a:spLocks noGrp="1"/>
          </p:cNvSpPr>
          <p:nvPr>
            <p:ph type="dt" sz="half" idx="10"/>
          </p:nvPr>
        </p:nvSpPr>
        <p:spPr/>
        <p:txBody>
          <a:bodyPr/>
          <a:lstStyle/>
          <a:p>
            <a:fld id="{92C1037F-46EB-446F-BD9E-F4F7C290B2EA}" type="datetimeFigureOut">
              <a:rPr lang="en-GB" smtClean="0"/>
              <a:t>14/05/2026</a:t>
            </a:fld>
            <a:endParaRPr lang="en-GB"/>
          </a:p>
        </p:txBody>
      </p:sp>
      <p:sp>
        <p:nvSpPr>
          <p:cNvPr id="6" name="Footer Placeholder 5">
            <a:extLst>
              <a:ext uri="{FF2B5EF4-FFF2-40B4-BE49-F238E27FC236}">
                <a16:creationId xmlns:a16="http://schemas.microsoft.com/office/drawing/2014/main" id="{C75FC3DF-07CE-8887-2B1B-DC2D714C019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EFC9DDA-14FD-D61B-FA3D-5DC45CA6B495}"/>
              </a:ext>
            </a:extLst>
          </p:cNvPr>
          <p:cNvSpPr>
            <a:spLocks noGrp="1"/>
          </p:cNvSpPr>
          <p:nvPr>
            <p:ph type="sldNum" sz="quarter" idx="12"/>
          </p:nvPr>
        </p:nvSpPr>
        <p:spPr/>
        <p:txBody>
          <a:bodyPr/>
          <a:lstStyle/>
          <a:p>
            <a:fld id="{896B324B-5D2C-49F7-8134-E4B140F521C2}" type="slidenum">
              <a:rPr lang="en-GB" smtClean="0"/>
              <a:t>‹#›</a:t>
            </a:fld>
            <a:endParaRPr lang="en-GB"/>
          </a:p>
        </p:txBody>
      </p:sp>
    </p:spTree>
    <p:extLst>
      <p:ext uri="{BB962C8B-B14F-4D97-AF65-F5344CB8AC3E}">
        <p14:creationId xmlns:p14="http://schemas.microsoft.com/office/powerpoint/2010/main" val="719605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2C7C1-1D1E-17EA-4943-98590AD41E4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4E58563F-2AD1-7FB6-EF69-AD4435370F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ECE5813-4989-51C9-B778-04FD2F2D3A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895D775-B9C6-0F91-8960-64BEA55C1A8C}"/>
              </a:ext>
            </a:extLst>
          </p:cNvPr>
          <p:cNvSpPr>
            <a:spLocks noGrp="1"/>
          </p:cNvSpPr>
          <p:nvPr>
            <p:ph type="dt" sz="half" idx="10"/>
          </p:nvPr>
        </p:nvSpPr>
        <p:spPr/>
        <p:txBody>
          <a:bodyPr/>
          <a:lstStyle/>
          <a:p>
            <a:fld id="{92C1037F-46EB-446F-BD9E-F4F7C290B2EA}" type="datetimeFigureOut">
              <a:rPr lang="en-GB" smtClean="0"/>
              <a:t>14/05/2026</a:t>
            </a:fld>
            <a:endParaRPr lang="en-GB"/>
          </a:p>
        </p:txBody>
      </p:sp>
      <p:sp>
        <p:nvSpPr>
          <p:cNvPr id="6" name="Footer Placeholder 5">
            <a:extLst>
              <a:ext uri="{FF2B5EF4-FFF2-40B4-BE49-F238E27FC236}">
                <a16:creationId xmlns:a16="http://schemas.microsoft.com/office/drawing/2014/main" id="{845C782E-A10A-BC3C-FA66-8CFBD321E31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252403-56BA-B96F-E5CF-9CA6BF77FA7A}"/>
              </a:ext>
            </a:extLst>
          </p:cNvPr>
          <p:cNvSpPr>
            <a:spLocks noGrp="1"/>
          </p:cNvSpPr>
          <p:nvPr>
            <p:ph type="sldNum" sz="quarter" idx="12"/>
          </p:nvPr>
        </p:nvSpPr>
        <p:spPr/>
        <p:txBody>
          <a:bodyPr/>
          <a:lstStyle/>
          <a:p>
            <a:fld id="{896B324B-5D2C-49F7-8134-E4B140F521C2}" type="slidenum">
              <a:rPr lang="en-GB" smtClean="0"/>
              <a:t>‹#›</a:t>
            </a:fld>
            <a:endParaRPr lang="en-GB"/>
          </a:p>
        </p:txBody>
      </p:sp>
    </p:spTree>
    <p:extLst>
      <p:ext uri="{BB962C8B-B14F-4D97-AF65-F5344CB8AC3E}">
        <p14:creationId xmlns:p14="http://schemas.microsoft.com/office/powerpoint/2010/main" val="4088066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C79A4-7EAF-6D9F-7EF3-757B817954DA}"/>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A38B4060-A892-1128-5AC5-C71412C528F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69CBB9A-0458-8870-0F29-937AABA8A776}"/>
              </a:ext>
            </a:extLst>
          </p:cNvPr>
          <p:cNvSpPr>
            <a:spLocks noGrp="1"/>
          </p:cNvSpPr>
          <p:nvPr>
            <p:ph type="dt" sz="half" idx="10"/>
          </p:nvPr>
        </p:nvSpPr>
        <p:spPr/>
        <p:txBody>
          <a:bodyPr/>
          <a:lstStyle/>
          <a:p>
            <a:fld id="{92C1037F-46EB-446F-BD9E-F4F7C290B2EA}" type="datetimeFigureOut">
              <a:rPr lang="en-GB" smtClean="0"/>
              <a:t>14/05/2026</a:t>
            </a:fld>
            <a:endParaRPr lang="en-GB"/>
          </a:p>
        </p:txBody>
      </p:sp>
      <p:sp>
        <p:nvSpPr>
          <p:cNvPr id="5" name="Footer Placeholder 4">
            <a:extLst>
              <a:ext uri="{FF2B5EF4-FFF2-40B4-BE49-F238E27FC236}">
                <a16:creationId xmlns:a16="http://schemas.microsoft.com/office/drawing/2014/main" id="{46D6AB35-E875-CB6E-5DAD-B1C3614F771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5F230C7-822F-A067-A029-DECC3F427A01}"/>
              </a:ext>
            </a:extLst>
          </p:cNvPr>
          <p:cNvSpPr>
            <a:spLocks noGrp="1"/>
          </p:cNvSpPr>
          <p:nvPr>
            <p:ph type="sldNum" sz="quarter" idx="12"/>
          </p:nvPr>
        </p:nvSpPr>
        <p:spPr/>
        <p:txBody>
          <a:bodyPr/>
          <a:lstStyle/>
          <a:p>
            <a:fld id="{896B324B-5D2C-49F7-8134-E4B140F521C2}" type="slidenum">
              <a:rPr lang="en-GB" smtClean="0"/>
              <a:t>‹#›</a:t>
            </a:fld>
            <a:endParaRPr lang="en-GB"/>
          </a:p>
        </p:txBody>
      </p:sp>
    </p:spTree>
    <p:extLst>
      <p:ext uri="{BB962C8B-B14F-4D97-AF65-F5344CB8AC3E}">
        <p14:creationId xmlns:p14="http://schemas.microsoft.com/office/powerpoint/2010/main" val="4248910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0CFD8A-C35F-6759-26AD-7B9D60F35576}"/>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A18A74B4-D548-6658-2DC4-B2B43B5469B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8330FBA-8FFA-74BC-949F-055F876FF8B7}"/>
              </a:ext>
            </a:extLst>
          </p:cNvPr>
          <p:cNvSpPr>
            <a:spLocks noGrp="1"/>
          </p:cNvSpPr>
          <p:nvPr>
            <p:ph type="dt" sz="half" idx="10"/>
          </p:nvPr>
        </p:nvSpPr>
        <p:spPr/>
        <p:txBody>
          <a:bodyPr/>
          <a:lstStyle/>
          <a:p>
            <a:fld id="{92C1037F-46EB-446F-BD9E-F4F7C290B2EA}" type="datetimeFigureOut">
              <a:rPr lang="en-GB" smtClean="0"/>
              <a:t>14/05/2026</a:t>
            </a:fld>
            <a:endParaRPr lang="en-GB"/>
          </a:p>
        </p:txBody>
      </p:sp>
      <p:sp>
        <p:nvSpPr>
          <p:cNvPr id="5" name="Footer Placeholder 4">
            <a:extLst>
              <a:ext uri="{FF2B5EF4-FFF2-40B4-BE49-F238E27FC236}">
                <a16:creationId xmlns:a16="http://schemas.microsoft.com/office/drawing/2014/main" id="{EDB5DBFE-CD93-50E1-E0B6-3D2EAED2E91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434E283-01DA-B140-08E8-2039DE4E5210}"/>
              </a:ext>
            </a:extLst>
          </p:cNvPr>
          <p:cNvSpPr>
            <a:spLocks noGrp="1"/>
          </p:cNvSpPr>
          <p:nvPr>
            <p:ph type="sldNum" sz="quarter" idx="12"/>
          </p:nvPr>
        </p:nvSpPr>
        <p:spPr/>
        <p:txBody>
          <a:bodyPr/>
          <a:lstStyle/>
          <a:p>
            <a:fld id="{896B324B-5D2C-49F7-8134-E4B140F521C2}" type="slidenum">
              <a:rPr lang="en-GB" smtClean="0"/>
              <a:t>‹#›</a:t>
            </a:fld>
            <a:endParaRPr lang="en-GB"/>
          </a:p>
        </p:txBody>
      </p:sp>
    </p:spTree>
    <p:extLst>
      <p:ext uri="{BB962C8B-B14F-4D97-AF65-F5344CB8AC3E}">
        <p14:creationId xmlns:p14="http://schemas.microsoft.com/office/powerpoint/2010/main" val="889418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F9C0BB-BFC0-B24E-8062-7BCD2FE9AF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863AEE47-6640-7119-9BB2-EE840E424A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9BD95F4-0BA2-35A3-B9C3-5BB5B91904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C1037F-46EB-446F-BD9E-F4F7C290B2EA}" type="datetimeFigureOut">
              <a:rPr lang="en-GB" smtClean="0"/>
              <a:t>14/05/2026</a:t>
            </a:fld>
            <a:endParaRPr lang="en-GB"/>
          </a:p>
        </p:txBody>
      </p:sp>
      <p:sp>
        <p:nvSpPr>
          <p:cNvPr id="5" name="Footer Placeholder 4">
            <a:extLst>
              <a:ext uri="{FF2B5EF4-FFF2-40B4-BE49-F238E27FC236}">
                <a16:creationId xmlns:a16="http://schemas.microsoft.com/office/drawing/2014/main" id="{AB71522D-217E-9E92-AA90-195919AD22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7F0854B-78AD-4E0B-BD7C-CB21C4C03F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6B324B-5D2C-49F7-8134-E4B140F521C2}" type="slidenum">
              <a:rPr lang="en-GB" smtClean="0"/>
              <a:t>‹#›</a:t>
            </a:fld>
            <a:endParaRPr lang="en-GB"/>
          </a:p>
        </p:txBody>
      </p:sp>
    </p:spTree>
    <p:extLst>
      <p:ext uri="{BB962C8B-B14F-4D97-AF65-F5344CB8AC3E}">
        <p14:creationId xmlns:p14="http://schemas.microsoft.com/office/powerpoint/2010/main" val="698221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37940BB-FBC4-492E-BD92-3B7B914D0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B336D2-3BF6-50B0-58B2-899BC798ED44}"/>
              </a:ext>
            </a:extLst>
          </p:cNvPr>
          <p:cNvSpPr>
            <a:spLocks noGrp="1"/>
          </p:cNvSpPr>
          <p:nvPr>
            <p:ph type="ctrTitle"/>
          </p:nvPr>
        </p:nvSpPr>
        <p:spPr>
          <a:xfrm>
            <a:off x="4463393" y="-622736"/>
            <a:ext cx="6707084" cy="3892668"/>
          </a:xfrm>
        </p:spPr>
        <p:txBody>
          <a:bodyPr>
            <a:normAutofit/>
          </a:bodyPr>
          <a:lstStyle/>
          <a:p>
            <a:r>
              <a:rPr lang="en-GB" sz="5600"/>
              <a:t>SCC.200 Presentation</a:t>
            </a:r>
            <a:br>
              <a:rPr lang="en-GB" sz="5600"/>
            </a:br>
            <a:r>
              <a:rPr lang="en-GB" sz="3600"/>
              <a:t>Go Lancs Travel Website</a:t>
            </a:r>
            <a:br>
              <a:rPr lang="en-GB" sz="5600"/>
            </a:br>
            <a:endParaRPr lang="en-GB" sz="5600"/>
          </a:p>
        </p:txBody>
      </p:sp>
      <p:sp>
        <p:nvSpPr>
          <p:cNvPr id="3" name="Subtitle 2">
            <a:extLst>
              <a:ext uri="{FF2B5EF4-FFF2-40B4-BE49-F238E27FC236}">
                <a16:creationId xmlns:a16="http://schemas.microsoft.com/office/drawing/2014/main" id="{3A2DF6C1-C7AE-7C7F-22A3-158107AD7A75}"/>
              </a:ext>
            </a:extLst>
          </p:cNvPr>
          <p:cNvSpPr>
            <a:spLocks noGrp="1"/>
          </p:cNvSpPr>
          <p:nvPr>
            <p:ph type="subTitle" idx="1"/>
          </p:nvPr>
        </p:nvSpPr>
        <p:spPr>
          <a:xfrm>
            <a:off x="4595279" y="4750611"/>
            <a:ext cx="6707366" cy="1569486"/>
          </a:xfrm>
        </p:spPr>
        <p:txBody>
          <a:bodyPr vert="horz" lIns="91440" tIns="45720" rIns="91440" bIns="45720" rtlCol="0" anchor="t">
            <a:normAutofit/>
          </a:bodyPr>
          <a:lstStyle/>
          <a:p>
            <a:pPr algn="l"/>
            <a:r>
              <a:rPr lang="en-GB" i="1"/>
              <a:t>Tom Davies, Emily Birtwhistle, Mo Eskandari, Oliver Khan-Hayes, Lewis Byles, Turhan Zaim</a:t>
            </a:r>
          </a:p>
        </p:txBody>
      </p:sp>
      <p:pic>
        <p:nvPicPr>
          <p:cNvPr id="5" name="Picture 4" descr="A screenshot of a map&#10;&#10;AI-generated content may be incorrect.">
            <a:extLst>
              <a:ext uri="{FF2B5EF4-FFF2-40B4-BE49-F238E27FC236}">
                <a16:creationId xmlns:a16="http://schemas.microsoft.com/office/drawing/2014/main" id="{3116CCB5-2B52-C49C-C836-AEF9E3976658}"/>
              </a:ext>
            </a:extLst>
          </p:cNvPr>
          <p:cNvPicPr>
            <a:picLocks noChangeAspect="1"/>
          </p:cNvPicPr>
          <p:nvPr/>
        </p:nvPicPr>
        <p:blipFill>
          <a:blip r:embed="rId3"/>
          <a:stretch>
            <a:fillRect/>
          </a:stretch>
        </p:blipFill>
        <p:spPr>
          <a:xfrm>
            <a:off x="1021523" y="320040"/>
            <a:ext cx="2684402" cy="5996546"/>
          </a:xfrm>
          <a:prstGeom prst="rect">
            <a:avLst/>
          </a:prstGeom>
        </p:spPr>
      </p:pic>
      <p:sp>
        <p:nvSpPr>
          <p:cNvPr id="1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3987" y="4409267"/>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2471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3B475F8-50AE-46A0-9943-B2B63183D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079132-6944-4215-5B0A-6329311E0D25}"/>
              </a:ext>
            </a:extLst>
          </p:cNvPr>
          <p:cNvSpPr>
            <a:spLocks noGrp="1"/>
          </p:cNvSpPr>
          <p:nvPr>
            <p:ph type="title"/>
          </p:nvPr>
        </p:nvSpPr>
        <p:spPr>
          <a:xfrm>
            <a:off x="612648" y="365125"/>
            <a:ext cx="6986015" cy="1776484"/>
          </a:xfrm>
        </p:spPr>
        <p:txBody>
          <a:bodyPr anchor="b">
            <a:normAutofit/>
          </a:bodyPr>
          <a:lstStyle/>
          <a:p>
            <a:r>
              <a:rPr lang="en-GB" sz="5400"/>
              <a:t>Application description – UI</a:t>
            </a:r>
          </a:p>
        </p:txBody>
      </p:sp>
      <p:pic>
        <p:nvPicPr>
          <p:cNvPr id="4" name="Picture 3" descr="A screenshot of a map&#10;&#10;AI-generated content may be incorrect.">
            <a:extLst>
              <a:ext uri="{FF2B5EF4-FFF2-40B4-BE49-F238E27FC236}">
                <a16:creationId xmlns:a16="http://schemas.microsoft.com/office/drawing/2014/main" id="{3E3B7FC5-3C4C-2C25-5295-E1CD3A5272F2}"/>
              </a:ext>
            </a:extLst>
          </p:cNvPr>
          <p:cNvPicPr>
            <a:picLocks noChangeAspect="1"/>
          </p:cNvPicPr>
          <p:nvPr/>
        </p:nvPicPr>
        <p:blipFill>
          <a:blip r:embed="rId3"/>
          <a:stretch>
            <a:fillRect/>
          </a:stretch>
        </p:blipFill>
        <p:spPr>
          <a:xfrm>
            <a:off x="8379409" y="394733"/>
            <a:ext cx="3532036" cy="1624736"/>
          </a:xfrm>
          <a:prstGeom prst="rect">
            <a:avLst/>
          </a:prstGeom>
          <a:ln w="28575">
            <a:solidFill>
              <a:srgbClr val="FFC000"/>
            </a:solidFill>
          </a:ln>
        </p:spPr>
      </p:pic>
      <p:sp>
        <p:nvSpPr>
          <p:cNvPr id="13" name="sketch line">
            <a:extLst>
              <a:ext uri="{FF2B5EF4-FFF2-40B4-BE49-F238E27FC236}">
                <a16:creationId xmlns:a16="http://schemas.microsoft.com/office/drawing/2014/main" id="{75F6FDB4-2351-48C2-A863-2364A0234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315691"/>
            <a:ext cx="4343400" cy="18288"/>
          </a:xfrm>
          <a:custGeom>
            <a:avLst/>
            <a:gdLst>
              <a:gd name="csX0" fmla="*/ 0 w 4343400"/>
              <a:gd name="csY0" fmla="*/ 0 h 18288"/>
              <a:gd name="csX1" fmla="*/ 577052 w 4343400"/>
              <a:gd name="csY1" fmla="*/ 0 h 18288"/>
              <a:gd name="csX2" fmla="*/ 1067235 w 4343400"/>
              <a:gd name="csY2" fmla="*/ 0 h 18288"/>
              <a:gd name="csX3" fmla="*/ 1600853 w 4343400"/>
              <a:gd name="csY3" fmla="*/ 0 h 18288"/>
              <a:gd name="csX4" fmla="*/ 2264773 w 4343400"/>
              <a:gd name="csY4" fmla="*/ 0 h 18288"/>
              <a:gd name="csX5" fmla="*/ 2841825 w 4343400"/>
              <a:gd name="csY5" fmla="*/ 0 h 18288"/>
              <a:gd name="csX6" fmla="*/ 3375442 w 4343400"/>
              <a:gd name="csY6" fmla="*/ 0 h 18288"/>
              <a:gd name="csX7" fmla="*/ 4343400 w 4343400"/>
              <a:gd name="csY7" fmla="*/ 0 h 18288"/>
              <a:gd name="csX8" fmla="*/ 4343400 w 4343400"/>
              <a:gd name="csY8" fmla="*/ 18288 h 18288"/>
              <a:gd name="csX9" fmla="*/ 3722914 w 4343400"/>
              <a:gd name="csY9" fmla="*/ 18288 h 18288"/>
              <a:gd name="csX10" fmla="*/ 3189297 w 4343400"/>
              <a:gd name="csY10" fmla="*/ 18288 h 18288"/>
              <a:gd name="csX11" fmla="*/ 2481943 w 4343400"/>
              <a:gd name="csY11" fmla="*/ 18288 h 18288"/>
              <a:gd name="csX12" fmla="*/ 1904891 w 4343400"/>
              <a:gd name="csY12" fmla="*/ 18288 h 18288"/>
              <a:gd name="csX13" fmla="*/ 1414707 w 4343400"/>
              <a:gd name="csY13" fmla="*/ 18288 h 18288"/>
              <a:gd name="csX14" fmla="*/ 750788 w 4343400"/>
              <a:gd name="csY14" fmla="*/ 18288 h 18288"/>
              <a:gd name="csX15" fmla="*/ 0 w 4343400"/>
              <a:gd name="csY15" fmla="*/ 18288 h 18288"/>
              <a:gd name="csX16" fmla="*/ 0 w 43434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E27CCC8-92FB-EBBB-23BA-D1736DBD57EE}"/>
              </a:ext>
            </a:extLst>
          </p:cNvPr>
          <p:cNvSpPr>
            <a:spLocks noGrp="1"/>
          </p:cNvSpPr>
          <p:nvPr>
            <p:ph idx="1"/>
          </p:nvPr>
        </p:nvSpPr>
        <p:spPr>
          <a:xfrm>
            <a:off x="612648" y="2504819"/>
            <a:ext cx="6986016" cy="3672144"/>
          </a:xfrm>
        </p:spPr>
        <p:txBody>
          <a:bodyPr vert="horz" lIns="91440" tIns="45720" rIns="91440" bIns="45720" rtlCol="0">
            <a:normAutofit/>
          </a:bodyPr>
          <a:lstStyle/>
          <a:p>
            <a:r>
              <a:rPr lang="en-GB" sz="2000" b="1"/>
              <a:t>Interactive map </a:t>
            </a:r>
            <a:r>
              <a:rPr lang="en-GB" sz="2000"/>
              <a:t>- displayed user location, optional filter preferences </a:t>
            </a:r>
          </a:p>
          <a:p>
            <a:r>
              <a:rPr lang="en-GB" sz="2000" b="1"/>
              <a:t>Search bar </a:t>
            </a:r>
            <a:r>
              <a:rPr lang="en-GB" sz="2000"/>
              <a:t>-</a:t>
            </a:r>
            <a:r>
              <a:rPr lang="en-GB" sz="2000" b="1"/>
              <a:t> </a:t>
            </a:r>
            <a:r>
              <a:rPr lang="en-GB" sz="2000"/>
              <a:t>autocomplete suggestions </a:t>
            </a:r>
          </a:p>
          <a:p>
            <a:pPr>
              <a:buFont typeface="Arial"/>
              <a:buChar char="•"/>
            </a:pPr>
            <a:r>
              <a:rPr lang="en-GB" sz="2000" b="1"/>
              <a:t>Filters</a:t>
            </a:r>
            <a:r>
              <a:rPr lang="en-GB" sz="2000"/>
              <a:t> - for accessibility and chosen transport modes</a:t>
            </a:r>
            <a:endParaRPr lang="en-GB" sz="2000" b="1"/>
          </a:p>
          <a:p>
            <a:pPr marL="971550" lvl="1" indent="-285750">
              <a:buFont typeface="Arial,Sans-Serif"/>
              <a:buChar char="•"/>
            </a:pPr>
            <a:r>
              <a:rPr lang="en-GB" sz="2000"/>
              <a:t>Bus stops &amp; train stations</a:t>
            </a:r>
            <a:endParaRPr lang="en-US" sz="2000"/>
          </a:p>
          <a:p>
            <a:pPr marL="971550" lvl="1" indent="-285750">
              <a:buFont typeface="Arial,Sans-Serif"/>
              <a:buChar char="•"/>
            </a:pPr>
            <a:r>
              <a:rPr lang="en-GB" sz="2000"/>
              <a:t>Traffic conditions </a:t>
            </a:r>
          </a:p>
          <a:p>
            <a:pPr>
              <a:buFont typeface="Arial"/>
              <a:buChar char="•"/>
            </a:pPr>
            <a:r>
              <a:rPr lang="en-GB" sz="2000" b="1"/>
              <a:t>Route panel</a:t>
            </a:r>
            <a:r>
              <a:rPr lang="en-GB" sz="2000"/>
              <a:t> - route suggestions with directions, time, and distance</a:t>
            </a:r>
            <a:endParaRPr lang="en-US" sz="2000"/>
          </a:p>
          <a:p>
            <a:pPr lvl="1">
              <a:buFont typeface="Arial"/>
              <a:buChar char="•"/>
            </a:pPr>
            <a:r>
              <a:rPr lang="en-GB" sz="2000"/>
              <a:t>Live tracking</a:t>
            </a:r>
          </a:p>
          <a:p>
            <a:pPr>
              <a:buFont typeface="Arial"/>
              <a:buChar char="•"/>
            </a:pPr>
            <a:r>
              <a:rPr lang="en-GB" sz="2000" b="1"/>
              <a:t>Accounts page</a:t>
            </a:r>
            <a:r>
              <a:rPr lang="en-GB" sz="2000"/>
              <a:t> - sign-in, sign-up, and profile management</a:t>
            </a:r>
          </a:p>
          <a:p>
            <a:pPr marL="971550" lvl="1" indent="-285750">
              <a:buFont typeface="Arial"/>
              <a:buChar char="•"/>
            </a:pPr>
            <a:endParaRPr lang="en-GB" sz="2000"/>
          </a:p>
          <a:p>
            <a:pPr lvl="1"/>
            <a:endParaRPr lang="en-GB" sz="2000"/>
          </a:p>
        </p:txBody>
      </p:sp>
      <p:pic>
        <p:nvPicPr>
          <p:cNvPr id="5" name="Picture 4" descr="A screenshot of a computer&#10;&#10;AI-generated content may be incorrect.">
            <a:extLst>
              <a:ext uri="{FF2B5EF4-FFF2-40B4-BE49-F238E27FC236}">
                <a16:creationId xmlns:a16="http://schemas.microsoft.com/office/drawing/2014/main" id="{F96C873A-5A09-5CA9-4AD4-DBF93136567F}"/>
              </a:ext>
            </a:extLst>
          </p:cNvPr>
          <p:cNvPicPr>
            <a:picLocks noChangeAspect="1"/>
          </p:cNvPicPr>
          <p:nvPr/>
        </p:nvPicPr>
        <p:blipFill>
          <a:blip r:embed="rId4"/>
          <a:stretch>
            <a:fillRect/>
          </a:stretch>
        </p:blipFill>
        <p:spPr>
          <a:xfrm>
            <a:off x="8381136" y="2421160"/>
            <a:ext cx="3530309" cy="1668071"/>
          </a:xfrm>
          <a:prstGeom prst="rect">
            <a:avLst/>
          </a:prstGeom>
          <a:ln w="28575">
            <a:solidFill>
              <a:srgbClr val="FFC000"/>
            </a:solidFill>
          </a:ln>
        </p:spPr>
      </p:pic>
      <p:pic>
        <p:nvPicPr>
          <p:cNvPr id="6" name="Picture 5" descr="A screenshot of a computer&#10;&#10;AI-generated content may be incorrect.">
            <a:extLst>
              <a:ext uri="{FF2B5EF4-FFF2-40B4-BE49-F238E27FC236}">
                <a16:creationId xmlns:a16="http://schemas.microsoft.com/office/drawing/2014/main" id="{0B29D855-4EC0-9080-4817-19564ACD3974}"/>
              </a:ext>
            </a:extLst>
          </p:cNvPr>
          <p:cNvPicPr>
            <a:picLocks noChangeAspect="1"/>
          </p:cNvPicPr>
          <p:nvPr/>
        </p:nvPicPr>
        <p:blipFill>
          <a:blip r:embed="rId5"/>
          <a:stretch>
            <a:fillRect/>
          </a:stretch>
        </p:blipFill>
        <p:spPr>
          <a:xfrm>
            <a:off x="8381136" y="4486907"/>
            <a:ext cx="3530309" cy="1632767"/>
          </a:xfrm>
          <a:prstGeom prst="rect">
            <a:avLst/>
          </a:prstGeom>
          <a:ln w="28575">
            <a:solidFill>
              <a:srgbClr val="FFC000"/>
            </a:solidFill>
          </a:ln>
        </p:spPr>
      </p:pic>
    </p:spTree>
    <p:extLst>
      <p:ext uri="{BB962C8B-B14F-4D97-AF65-F5344CB8AC3E}">
        <p14:creationId xmlns:p14="http://schemas.microsoft.com/office/powerpoint/2010/main" val="1275886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D75A5B51-0925-4835-8511-A0DD17EAA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9CF81F-98F9-50EF-7872-C5F1AAEA5B89}"/>
              </a:ext>
            </a:extLst>
          </p:cNvPr>
          <p:cNvSpPr>
            <a:spLocks noGrp="1"/>
          </p:cNvSpPr>
          <p:nvPr>
            <p:ph type="title"/>
          </p:nvPr>
        </p:nvSpPr>
        <p:spPr>
          <a:xfrm>
            <a:off x="612648" y="365125"/>
            <a:ext cx="5295015" cy="2063808"/>
          </a:xfrm>
        </p:spPr>
        <p:txBody>
          <a:bodyPr anchor="b">
            <a:normAutofit/>
          </a:bodyPr>
          <a:lstStyle/>
          <a:p>
            <a:r>
              <a:rPr lang="en-GB" sz="5400"/>
              <a:t>Application description – UI</a:t>
            </a:r>
            <a:endParaRPr lang="en-US" sz="5400"/>
          </a:p>
        </p:txBody>
      </p:sp>
      <p:sp>
        <p:nvSpPr>
          <p:cNvPr id="43" name="Sketch line">
            <a:extLst>
              <a:ext uri="{FF2B5EF4-FFF2-40B4-BE49-F238E27FC236}">
                <a16:creationId xmlns:a16="http://schemas.microsoft.com/office/drawing/2014/main" id="{5CDFD20D-8E4F-4E3A-AF87-93F23E0D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650181"/>
            <a:ext cx="4343400" cy="18288"/>
          </a:xfrm>
          <a:custGeom>
            <a:avLst/>
            <a:gdLst>
              <a:gd name="csX0" fmla="*/ 0 w 4343400"/>
              <a:gd name="csY0" fmla="*/ 0 h 18288"/>
              <a:gd name="csX1" fmla="*/ 577052 w 4343400"/>
              <a:gd name="csY1" fmla="*/ 0 h 18288"/>
              <a:gd name="csX2" fmla="*/ 1067235 w 4343400"/>
              <a:gd name="csY2" fmla="*/ 0 h 18288"/>
              <a:gd name="csX3" fmla="*/ 1600853 w 4343400"/>
              <a:gd name="csY3" fmla="*/ 0 h 18288"/>
              <a:gd name="csX4" fmla="*/ 2264773 w 4343400"/>
              <a:gd name="csY4" fmla="*/ 0 h 18288"/>
              <a:gd name="csX5" fmla="*/ 2841825 w 4343400"/>
              <a:gd name="csY5" fmla="*/ 0 h 18288"/>
              <a:gd name="csX6" fmla="*/ 3375442 w 4343400"/>
              <a:gd name="csY6" fmla="*/ 0 h 18288"/>
              <a:gd name="csX7" fmla="*/ 4343400 w 4343400"/>
              <a:gd name="csY7" fmla="*/ 0 h 18288"/>
              <a:gd name="csX8" fmla="*/ 4343400 w 4343400"/>
              <a:gd name="csY8" fmla="*/ 18288 h 18288"/>
              <a:gd name="csX9" fmla="*/ 3722914 w 4343400"/>
              <a:gd name="csY9" fmla="*/ 18288 h 18288"/>
              <a:gd name="csX10" fmla="*/ 3189297 w 4343400"/>
              <a:gd name="csY10" fmla="*/ 18288 h 18288"/>
              <a:gd name="csX11" fmla="*/ 2481943 w 4343400"/>
              <a:gd name="csY11" fmla="*/ 18288 h 18288"/>
              <a:gd name="csX12" fmla="*/ 1904891 w 4343400"/>
              <a:gd name="csY12" fmla="*/ 18288 h 18288"/>
              <a:gd name="csX13" fmla="*/ 1414707 w 4343400"/>
              <a:gd name="csY13" fmla="*/ 18288 h 18288"/>
              <a:gd name="csX14" fmla="*/ 750788 w 4343400"/>
              <a:gd name="csY14" fmla="*/ 18288 h 18288"/>
              <a:gd name="csX15" fmla="*/ 0 w 4343400"/>
              <a:gd name="csY15" fmla="*/ 18288 h 18288"/>
              <a:gd name="csX16" fmla="*/ 0 w 43434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1A2F3FA-3E40-C0C5-5B28-1E329ABFB866}"/>
              </a:ext>
            </a:extLst>
          </p:cNvPr>
          <p:cNvSpPr>
            <a:spLocks noGrp="1"/>
          </p:cNvSpPr>
          <p:nvPr>
            <p:ph idx="1"/>
          </p:nvPr>
        </p:nvSpPr>
        <p:spPr>
          <a:xfrm>
            <a:off x="-910" y="2858524"/>
            <a:ext cx="5522625" cy="3486671"/>
          </a:xfrm>
        </p:spPr>
        <p:txBody>
          <a:bodyPr vert="horz" lIns="91440" tIns="45720" rIns="91440" bIns="45720" rtlCol="0">
            <a:normAutofit/>
          </a:bodyPr>
          <a:lstStyle/>
          <a:p>
            <a:r>
              <a:rPr lang="en-GB" sz="2200" b="1">
                <a:ea typeface="+mn-lt"/>
                <a:cs typeface="+mn-lt"/>
              </a:rPr>
              <a:t>Weather sidebar</a:t>
            </a:r>
            <a:r>
              <a:rPr lang="en-GB" sz="2200">
                <a:ea typeface="+mn-lt"/>
                <a:cs typeface="+mn-lt"/>
              </a:rPr>
              <a:t> - live weather condition along the route</a:t>
            </a:r>
            <a:endParaRPr lang="en-US" sz="2200">
              <a:ea typeface="+mn-lt"/>
              <a:cs typeface="+mn-lt"/>
            </a:endParaRPr>
          </a:p>
          <a:p>
            <a:r>
              <a:rPr lang="en-GB" sz="2200" b="1">
                <a:ea typeface="+mn-lt"/>
                <a:cs typeface="+mn-lt"/>
              </a:rPr>
              <a:t>Setting – </a:t>
            </a:r>
            <a:r>
              <a:rPr lang="en-GB" sz="2200">
                <a:ea typeface="+mn-lt"/>
                <a:cs typeface="+mn-lt"/>
              </a:rPr>
              <a:t>Light/dark mode, text size options</a:t>
            </a:r>
            <a:endParaRPr lang="en-GB" sz="2200"/>
          </a:p>
          <a:p>
            <a:r>
              <a:rPr lang="en-GB" sz="2200" b="1">
                <a:ea typeface="+mn-lt"/>
                <a:cs typeface="+mn-lt"/>
              </a:rPr>
              <a:t>Mobile-Friendly</a:t>
            </a:r>
            <a:r>
              <a:rPr lang="en-GB" sz="2200">
                <a:ea typeface="+mn-lt"/>
                <a:cs typeface="+mn-lt"/>
              </a:rPr>
              <a:t> – collapsible search bar, Sign-in and sign-up as full-screen overlays, large buttons, pinch-to-zoom gesture, and live compass for the map orientation</a:t>
            </a:r>
            <a:endParaRPr lang="en-GB" sz="2200"/>
          </a:p>
          <a:p>
            <a:endParaRPr lang="en-GB" sz="2200"/>
          </a:p>
        </p:txBody>
      </p:sp>
      <p:pic>
        <p:nvPicPr>
          <p:cNvPr id="5" name="Picture 4" descr="A screenshot of a map&#10;&#10;AI-generated content may be incorrect.">
            <a:extLst>
              <a:ext uri="{FF2B5EF4-FFF2-40B4-BE49-F238E27FC236}">
                <a16:creationId xmlns:a16="http://schemas.microsoft.com/office/drawing/2014/main" id="{D024D06E-1B18-067D-CA91-C10BA78F5E17}"/>
              </a:ext>
            </a:extLst>
          </p:cNvPr>
          <p:cNvPicPr>
            <a:picLocks noChangeAspect="1"/>
          </p:cNvPicPr>
          <p:nvPr/>
        </p:nvPicPr>
        <p:blipFill>
          <a:blip r:embed="rId3"/>
          <a:srcRect t="-221" r="466" b="-865"/>
          <a:stretch>
            <a:fillRect/>
          </a:stretch>
        </p:blipFill>
        <p:spPr>
          <a:xfrm>
            <a:off x="5533645" y="-3772"/>
            <a:ext cx="2062901" cy="4497553"/>
          </a:xfrm>
          <a:prstGeom prst="rect">
            <a:avLst/>
          </a:prstGeom>
          <a:ln w="28575">
            <a:solidFill>
              <a:srgbClr val="FFC000"/>
            </a:solidFill>
          </a:ln>
        </p:spPr>
      </p:pic>
      <p:pic>
        <p:nvPicPr>
          <p:cNvPr id="4" name="Picture 3" descr="Screens screenshot of a weather forecast&#10;&#10;AI-generated content may be incorrect.">
            <a:extLst>
              <a:ext uri="{FF2B5EF4-FFF2-40B4-BE49-F238E27FC236}">
                <a16:creationId xmlns:a16="http://schemas.microsoft.com/office/drawing/2014/main" id="{83B027A4-0382-16CA-A73D-9D9FDCE040CD}"/>
              </a:ext>
            </a:extLst>
          </p:cNvPr>
          <p:cNvPicPr>
            <a:picLocks noChangeAspect="1"/>
          </p:cNvPicPr>
          <p:nvPr/>
        </p:nvPicPr>
        <p:blipFill>
          <a:blip r:embed="rId4"/>
          <a:srcRect l="830" t="-2632" r="1245" b="1078"/>
          <a:stretch>
            <a:fillRect/>
          </a:stretch>
        </p:blipFill>
        <p:spPr>
          <a:xfrm>
            <a:off x="9747063" y="-53254"/>
            <a:ext cx="2448783" cy="4547035"/>
          </a:xfrm>
          <a:prstGeom prst="rect">
            <a:avLst/>
          </a:prstGeom>
          <a:ln w="28575">
            <a:solidFill>
              <a:srgbClr val="FFC000"/>
            </a:solidFill>
          </a:ln>
        </p:spPr>
      </p:pic>
      <p:pic>
        <p:nvPicPr>
          <p:cNvPr id="6" name="Picture 5" descr="A screenshot of a device&#10;&#10;AI-generated content may be incorrect.">
            <a:extLst>
              <a:ext uri="{FF2B5EF4-FFF2-40B4-BE49-F238E27FC236}">
                <a16:creationId xmlns:a16="http://schemas.microsoft.com/office/drawing/2014/main" id="{57BBCEBD-69FE-9A69-5189-0656BE28E198}"/>
              </a:ext>
            </a:extLst>
          </p:cNvPr>
          <p:cNvPicPr>
            <a:picLocks noChangeAspect="1"/>
          </p:cNvPicPr>
          <p:nvPr/>
        </p:nvPicPr>
        <p:blipFill>
          <a:blip r:embed="rId5"/>
          <a:srcRect t="3183" r="6" b="6"/>
          <a:stretch>
            <a:fillRect/>
          </a:stretch>
        </p:blipFill>
        <p:spPr>
          <a:xfrm>
            <a:off x="7317869" y="4485141"/>
            <a:ext cx="2658360" cy="2335069"/>
          </a:xfrm>
          <a:prstGeom prst="rect">
            <a:avLst/>
          </a:prstGeom>
          <a:ln w="28575">
            <a:solidFill>
              <a:srgbClr val="FFC000"/>
            </a:solidFill>
          </a:ln>
        </p:spPr>
      </p:pic>
    </p:spTree>
    <p:extLst>
      <p:ext uri="{BB962C8B-B14F-4D97-AF65-F5344CB8AC3E}">
        <p14:creationId xmlns:p14="http://schemas.microsoft.com/office/powerpoint/2010/main" val="2711862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5" name="Rectangle 103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B6F961-FBD6-4730-9B7E-03464CC1D564}"/>
              </a:ext>
            </a:extLst>
          </p:cNvPr>
          <p:cNvSpPr>
            <a:spLocks noGrp="1"/>
          </p:cNvSpPr>
          <p:nvPr>
            <p:ph type="title"/>
          </p:nvPr>
        </p:nvSpPr>
        <p:spPr>
          <a:xfrm>
            <a:off x="1149716" y="499397"/>
            <a:ext cx="5181636" cy="704708"/>
          </a:xfrm>
        </p:spPr>
        <p:txBody>
          <a:bodyPr anchor="b">
            <a:normAutofit/>
          </a:bodyPr>
          <a:lstStyle/>
          <a:p>
            <a:r>
              <a:rPr lang="en-GB" sz="4000"/>
              <a:t>Project Architecture</a:t>
            </a:r>
          </a:p>
        </p:txBody>
      </p:sp>
      <p:sp>
        <p:nvSpPr>
          <p:cNvPr id="3" name="Content Placeholder 2">
            <a:extLst>
              <a:ext uri="{FF2B5EF4-FFF2-40B4-BE49-F238E27FC236}">
                <a16:creationId xmlns:a16="http://schemas.microsoft.com/office/drawing/2014/main" id="{2A7B975A-36E6-1622-7A1A-0BBAC868540F}"/>
              </a:ext>
            </a:extLst>
          </p:cNvPr>
          <p:cNvSpPr>
            <a:spLocks noGrp="1"/>
          </p:cNvSpPr>
          <p:nvPr>
            <p:ph idx="1"/>
          </p:nvPr>
        </p:nvSpPr>
        <p:spPr>
          <a:xfrm>
            <a:off x="567160" y="1388962"/>
            <a:ext cx="6511980" cy="4969641"/>
          </a:xfrm>
        </p:spPr>
        <p:txBody>
          <a:bodyPr vert="horz" lIns="91440" tIns="45720" rIns="91440" bIns="45720" rtlCol="0">
            <a:normAutofit fontScale="92500" lnSpcReduction="20000"/>
          </a:bodyPr>
          <a:lstStyle/>
          <a:p>
            <a:r>
              <a:rPr lang="en-GB" sz="1400"/>
              <a:t>The project can be split into three components in a layered architecture. </a:t>
            </a:r>
          </a:p>
          <a:p>
            <a:r>
              <a:rPr lang="en-GB" sz="1400"/>
              <a:t>All of these were run in their own separate </a:t>
            </a:r>
            <a:r>
              <a:rPr lang="en-GB" sz="1400" err="1"/>
              <a:t>podman</a:t>
            </a:r>
            <a:r>
              <a:rPr lang="en-GB" sz="1400"/>
              <a:t> container</a:t>
            </a:r>
          </a:p>
          <a:p>
            <a:r>
              <a:rPr lang="en-GB" sz="1400" b="1"/>
              <a:t>Frontend</a:t>
            </a:r>
            <a:endParaRPr lang="en-GB" sz="1400"/>
          </a:p>
          <a:p>
            <a:pPr lvl="1"/>
            <a:r>
              <a:rPr lang="en-GB" sz="1400"/>
              <a:t>Uses ReactJS which has allowed us to manage the UI efficiently. </a:t>
            </a:r>
          </a:p>
          <a:p>
            <a:pPr lvl="1"/>
            <a:r>
              <a:rPr lang="en-GB" sz="1400"/>
              <a:t>The leaflet library has been used to add the interactive map. </a:t>
            </a:r>
          </a:p>
          <a:p>
            <a:pPr lvl="1"/>
            <a:r>
              <a:rPr lang="en-GB" sz="1400"/>
              <a:t>Axios makes API calls to the backend for route planning and live updates.</a:t>
            </a:r>
          </a:p>
          <a:p>
            <a:r>
              <a:rPr lang="en-GB" sz="1400" b="1"/>
              <a:t>Backend</a:t>
            </a:r>
          </a:p>
          <a:p>
            <a:pPr lvl="1"/>
            <a:r>
              <a:rPr lang="en-GB" sz="1400"/>
              <a:t>The backend contains the implementation of multi-modal route planning. </a:t>
            </a:r>
          </a:p>
          <a:p>
            <a:pPr lvl="1"/>
            <a:r>
              <a:rPr lang="en-GB" sz="1400"/>
              <a:t>It also processes the datasets, such as the </a:t>
            </a:r>
            <a:r>
              <a:rPr lang="en-GB" sz="1400" err="1"/>
              <a:t>NaPTAN</a:t>
            </a:r>
            <a:r>
              <a:rPr lang="en-GB" sz="1400"/>
              <a:t>, so that they are in a useful format for the application.</a:t>
            </a:r>
          </a:p>
          <a:p>
            <a:pPr lvl="1"/>
            <a:r>
              <a:rPr lang="en-GB" sz="1400"/>
              <a:t>The backend connects to the PostgreSQL database to run queries for the storage and retrieval data.</a:t>
            </a:r>
          </a:p>
          <a:p>
            <a:r>
              <a:rPr lang="en-GB" sz="1400" b="1"/>
              <a:t>Database</a:t>
            </a:r>
          </a:p>
          <a:p>
            <a:pPr lvl="1"/>
            <a:r>
              <a:rPr lang="en-GB" sz="1400"/>
              <a:t>The PostgreSQL database allows us to store static data from the datasets about stops and timetables.</a:t>
            </a:r>
          </a:p>
          <a:p>
            <a:pPr lvl="1"/>
            <a:r>
              <a:rPr lang="en-GB" sz="1400"/>
              <a:t>Storing this in the database made it quicker to access than retrieving and processing from the dataset every time. </a:t>
            </a:r>
          </a:p>
          <a:p>
            <a:pPr lvl="1"/>
            <a:r>
              <a:rPr lang="en-GB" sz="1400"/>
              <a:t>We also stored user data, allowing accounts to be created and sessions to be managed. </a:t>
            </a:r>
          </a:p>
          <a:p>
            <a:r>
              <a:rPr lang="en-GB" sz="1400" b="1"/>
              <a:t>Scripts</a:t>
            </a:r>
          </a:p>
          <a:p>
            <a:pPr lvl="1"/>
            <a:r>
              <a:rPr lang="en-GB" sz="1300"/>
              <a:t>We had various scripts to help with development and importing data. </a:t>
            </a:r>
          </a:p>
          <a:p>
            <a:pPr lvl="1"/>
            <a:r>
              <a:rPr lang="en-GB" sz="1300"/>
              <a:t>We had scripts to setup the </a:t>
            </a:r>
            <a:r>
              <a:rPr lang="en-GB" sz="1300" err="1"/>
              <a:t>podman</a:t>
            </a:r>
            <a:r>
              <a:rPr lang="en-GB" sz="1300"/>
              <a:t> containers on the correct ports and import the data from the external API.</a:t>
            </a:r>
          </a:p>
        </p:txBody>
      </p:sp>
      <p:pic>
        <p:nvPicPr>
          <p:cNvPr id="1030" name="Picture 6">
            <a:extLst>
              <a:ext uri="{FF2B5EF4-FFF2-40B4-BE49-F238E27FC236}">
                <a16:creationId xmlns:a16="http://schemas.microsoft.com/office/drawing/2014/main" id="{0A0A44BF-D9AE-6164-FD22-9522A40AB7A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95999" y="-4874768"/>
            <a:ext cx="3765176" cy="4342214"/>
          </a:xfrm>
          <a:prstGeom prst="rect">
            <a:avLst/>
          </a:prstGeom>
          <a:noFill/>
          <a:extLst>
            <a:ext uri="{909E8E84-426E-40DD-AFC4-6F175D3DCCD1}">
              <a14:hiddenFill xmlns:a14="http://schemas.microsoft.com/office/drawing/2010/main">
                <a:solidFill>
                  <a:srgbClr val="FFFFFF"/>
                </a:solidFill>
              </a14:hiddenFill>
            </a:ext>
          </a:extLst>
        </p:spPr>
      </p:pic>
      <p:sp>
        <p:nvSpPr>
          <p:cNvPr id="1037" name="Rectangle 1036">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6F214D39-1939-B9AC-D14B-5761D4AD5245}"/>
              </a:ext>
            </a:extLst>
          </p:cNvPr>
          <p:cNvGrpSpPr/>
          <p:nvPr/>
        </p:nvGrpSpPr>
        <p:grpSpPr>
          <a:xfrm>
            <a:off x="7801262" y="-36903"/>
            <a:ext cx="3823578" cy="6176741"/>
            <a:chOff x="2172148" y="0"/>
            <a:chExt cx="3823578" cy="6176741"/>
          </a:xfrm>
        </p:grpSpPr>
        <p:grpSp>
          <p:nvGrpSpPr>
            <p:cNvPr id="25" name="Group 24">
              <a:extLst>
                <a:ext uri="{FF2B5EF4-FFF2-40B4-BE49-F238E27FC236}">
                  <a16:creationId xmlns:a16="http://schemas.microsoft.com/office/drawing/2014/main" id="{1444CABB-7C6E-0B26-6769-78375D346D30}"/>
                </a:ext>
              </a:extLst>
            </p:cNvPr>
            <p:cNvGrpSpPr/>
            <p:nvPr/>
          </p:nvGrpSpPr>
          <p:grpSpPr>
            <a:xfrm>
              <a:off x="2172148" y="1491765"/>
              <a:ext cx="3823578" cy="1018522"/>
              <a:chOff x="1473408" y="1733908"/>
              <a:chExt cx="3823578" cy="1018522"/>
            </a:xfrm>
          </p:grpSpPr>
          <p:sp>
            <p:nvSpPr>
              <p:cNvPr id="41" name="Rectangle: Rounded Corners 40">
                <a:extLst>
                  <a:ext uri="{FF2B5EF4-FFF2-40B4-BE49-F238E27FC236}">
                    <a16:creationId xmlns:a16="http://schemas.microsoft.com/office/drawing/2014/main" id="{22071747-58BC-B033-8483-EDC2F33C2810}"/>
                  </a:ext>
                </a:extLst>
              </p:cNvPr>
              <p:cNvSpPr/>
              <p:nvPr/>
            </p:nvSpPr>
            <p:spPr>
              <a:xfrm>
                <a:off x="1644315" y="1733909"/>
                <a:ext cx="3652671" cy="1018521"/>
              </a:xfrm>
              <a:prstGeom prst="roundRect">
                <a:avLst>
                  <a:gd name="adj" fmla="val 6863"/>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numCol="2" rtlCol="0" anchor="t"/>
              <a:lstStyle/>
              <a:p>
                <a:pPr algn="ctr"/>
                <a:endParaRPr lang="en-GB" sz="1350" b="1" u="sng">
                  <a:solidFill>
                    <a:schemeClr val="tx1"/>
                  </a:solidFill>
                </a:endParaRPr>
              </a:p>
              <a:p>
                <a:pPr marL="285750" indent="-285750">
                  <a:buFont typeface="Arial" panose="020B0604020202020204" pitchFamily="34" charset="0"/>
                  <a:buChar char="•"/>
                </a:pPr>
                <a:r>
                  <a:rPr lang="en-GB" sz="1350">
                    <a:solidFill>
                      <a:schemeClr val="tx1"/>
                    </a:solidFill>
                  </a:rPr>
                  <a:t>MapView (Leaflet)</a:t>
                </a:r>
              </a:p>
              <a:p>
                <a:pPr marL="285750" indent="-285750">
                  <a:buFont typeface="Arial" panose="020B0604020202020204" pitchFamily="34" charset="0"/>
                  <a:buChar char="•"/>
                </a:pPr>
                <a:r>
                  <a:rPr lang="en-GB" sz="1350">
                    <a:solidFill>
                      <a:schemeClr val="tx1"/>
                    </a:solidFill>
                  </a:rPr>
                  <a:t>RouteResults</a:t>
                </a:r>
              </a:p>
              <a:p>
                <a:pPr marL="285750" indent="-285750">
                  <a:buFont typeface="Arial" panose="020B0604020202020204" pitchFamily="34" charset="0"/>
                  <a:buChar char="•"/>
                </a:pPr>
                <a:r>
                  <a:rPr lang="en-GB" sz="1350">
                    <a:solidFill>
                      <a:schemeClr val="tx1"/>
                    </a:solidFill>
                  </a:rPr>
                  <a:t>Live Tracking</a:t>
                </a:r>
              </a:p>
              <a:p>
                <a:pPr marL="285750" indent="-285750">
                  <a:buFont typeface="Arial" panose="020B0604020202020204" pitchFamily="34" charset="0"/>
                  <a:buChar char="•"/>
                </a:pPr>
                <a:endParaRPr lang="en-GB" sz="1350">
                  <a:solidFill>
                    <a:schemeClr val="tx1"/>
                  </a:solidFill>
                </a:endParaRPr>
              </a:p>
              <a:p>
                <a:endParaRPr lang="en-GB" sz="1350">
                  <a:solidFill>
                    <a:schemeClr val="tx1"/>
                  </a:solidFill>
                </a:endParaRPr>
              </a:p>
              <a:p>
                <a:pPr marL="285750" indent="-285750">
                  <a:buFont typeface="Arial" panose="020B0604020202020204" pitchFamily="34" charset="0"/>
                  <a:buChar char="•"/>
                </a:pPr>
                <a:r>
                  <a:rPr lang="en-GB" sz="1350">
                    <a:solidFill>
                      <a:schemeClr val="tx1"/>
                    </a:solidFill>
                  </a:rPr>
                  <a:t>SearchBar</a:t>
                </a:r>
              </a:p>
              <a:p>
                <a:pPr marL="285750" indent="-285750">
                  <a:buFont typeface="Arial" panose="020B0604020202020204" pitchFamily="34" charset="0"/>
                  <a:buChar char="•"/>
                </a:pPr>
                <a:r>
                  <a:rPr lang="en-GB" sz="1350">
                    <a:solidFill>
                      <a:schemeClr val="tx1"/>
                    </a:solidFill>
                  </a:rPr>
                  <a:t>WeatherSidebar</a:t>
                </a:r>
              </a:p>
              <a:p>
                <a:pPr marL="285750" indent="-285750">
                  <a:buFont typeface="Arial" panose="020B0604020202020204" pitchFamily="34" charset="0"/>
                  <a:buChar char="•"/>
                </a:pPr>
                <a:r>
                  <a:rPr lang="en-GB" sz="1350">
                    <a:solidFill>
                      <a:schemeClr val="tx1"/>
                    </a:solidFill>
                  </a:rPr>
                  <a:t>Geolocation</a:t>
                </a:r>
              </a:p>
              <a:p>
                <a:pPr algn="ctr"/>
                <a:endParaRPr lang="en-GB" sz="1350"/>
              </a:p>
            </p:txBody>
          </p:sp>
          <p:sp>
            <p:nvSpPr>
              <p:cNvPr id="42" name="Rectangle: Rounded Corners 41">
                <a:extLst>
                  <a:ext uri="{FF2B5EF4-FFF2-40B4-BE49-F238E27FC236}">
                    <a16:creationId xmlns:a16="http://schemas.microsoft.com/office/drawing/2014/main" id="{0C4ED515-D27C-F268-BEF0-D5AA6C386E14}"/>
                  </a:ext>
                </a:extLst>
              </p:cNvPr>
              <p:cNvSpPr/>
              <p:nvPr/>
            </p:nvSpPr>
            <p:spPr>
              <a:xfrm>
                <a:off x="1644314" y="1761259"/>
                <a:ext cx="3513850" cy="223420"/>
              </a:xfrm>
              <a:prstGeom prst="roundRect">
                <a:avLst>
                  <a:gd name="adj" fmla="val 6863"/>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numCol="1" rtlCol="0" anchor="t"/>
              <a:lstStyle/>
              <a:p>
                <a:pPr algn="ctr"/>
                <a:r>
                  <a:rPr lang="en-GB" sz="1400" b="1" u="sng">
                    <a:solidFill>
                      <a:schemeClr val="tx1"/>
                    </a:solidFill>
                  </a:rPr>
                  <a:t>FRONTEND (React SPA)</a:t>
                </a:r>
              </a:p>
            </p:txBody>
          </p:sp>
          <p:sp>
            <p:nvSpPr>
              <p:cNvPr id="43" name="Rectangle: Rounded Corners 42">
                <a:extLst>
                  <a:ext uri="{FF2B5EF4-FFF2-40B4-BE49-F238E27FC236}">
                    <a16:creationId xmlns:a16="http://schemas.microsoft.com/office/drawing/2014/main" id="{403A0B3D-9688-E138-244F-C31D2DDA23DB}"/>
                  </a:ext>
                </a:extLst>
              </p:cNvPr>
              <p:cNvSpPr/>
              <p:nvPr/>
            </p:nvSpPr>
            <p:spPr>
              <a:xfrm rot="16200000">
                <a:off x="1085774" y="2121542"/>
                <a:ext cx="1018520" cy="243251"/>
              </a:xfrm>
              <a:prstGeom prst="roundRect">
                <a:avLst>
                  <a:gd name="adj" fmla="val 6863"/>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350" b="1">
                    <a:solidFill>
                      <a:schemeClr val="tx1"/>
                    </a:solidFill>
                  </a:rPr>
                  <a:t>Port  5001</a:t>
                </a:r>
              </a:p>
            </p:txBody>
          </p:sp>
        </p:grpSp>
        <p:pic>
          <p:nvPicPr>
            <p:cNvPr id="26" name="Graphic 25" descr="Address Book with solid fill">
              <a:extLst>
                <a:ext uri="{FF2B5EF4-FFF2-40B4-BE49-F238E27FC236}">
                  <a16:creationId xmlns:a16="http://schemas.microsoft.com/office/drawing/2014/main" id="{784F58AA-56F0-43D9-4AAB-F2E2F50F28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21242" y="0"/>
              <a:ext cx="1130968" cy="1130968"/>
            </a:xfrm>
            <a:prstGeom prst="rect">
              <a:avLst/>
            </a:prstGeom>
          </p:spPr>
        </p:pic>
        <p:cxnSp>
          <p:nvCxnSpPr>
            <p:cNvPr id="27" name="Straight Arrow Connector 26">
              <a:extLst>
                <a:ext uri="{FF2B5EF4-FFF2-40B4-BE49-F238E27FC236}">
                  <a16:creationId xmlns:a16="http://schemas.microsoft.com/office/drawing/2014/main" id="{AFC5E040-F2B6-CD83-B634-D8A07739E57B}"/>
                </a:ext>
              </a:extLst>
            </p:cNvPr>
            <p:cNvCxnSpPr>
              <a:cxnSpLocks/>
            </p:cNvCxnSpPr>
            <p:nvPr/>
          </p:nvCxnSpPr>
          <p:spPr>
            <a:xfrm>
              <a:off x="4114798" y="1039172"/>
              <a:ext cx="0" cy="468786"/>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281ED0CE-ADCD-2146-2F5F-CEF48FEEFD95}"/>
                </a:ext>
              </a:extLst>
            </p:cNvPr>
            <p:cNvSpPr txBox="1"/>
            <p:nvPr/>
          </p:nvSpPr>
          <p:spPr>
            <a:xfrm>
              <a:off x="4206436" y="1096137"/>
              <a:ext cx="874294" cy="276999"/>
            </a:xfrm>
            <a:prstGeom prst="rect">
              <a:avLst/>
            </a:prstGeom>
            <a:noFill/>
          </p:spPr>
          <p:txBody>
            <a:bodyPr wrap="square" rtlCol="0">
              <a:spAutoFit/>
            </a:bodyPr>
            <a:lstStyle/>
            <a:p>
              <a:r>
                <a:rPr lang="en-GB" sz="1200" b="1"/>
                <a:t>HTTP</a:t>
              </a:r>
            </a:p>
          </p:txBody>
        </p:sp>
        <p:grpSp>
          <p:nvGrpSpPr>
            <p:cNvPr id="29" name="Group 28">
              <a:extLst>
                <a:ext uri="{FF2B5EF4-FFF2-40B4-BE49-F238E27FC236}">
                  <a16:creationId xmlns:a16="http://schemas.microsoft.com/office/drawing/2014/main" id="{235E26E9-5523-78CE-F6E7-9646B6FE8ECA}"/>
                </a:ext>
              </a:extLst>
            </p:cNvPr>
            <p:cNvGrpSpPr/>
            <p:nvPr/>
          </p:nvGrpSpPr>
          <p:grpSpPr>
            <a:xfrm>
              <a:off x="2172148" y="3033699"/>
              <a:ext cx="3823578" cy="1018520"/>
              <a:chOff x="2244494" y="3329192"/>
              <a:chExt cx="3792718" cy="1018520"/>
            </a:xfrm>
          </p:grpSpPr>
          <p:sp>
            <p:nvSpPr>
              <p:cNvPr id="38" name="Rectangle: Rounded Corners 37">
                <a:extLst>
                  <a:ext uri="{FF2B5EF4-FFF2-40B4-BE49-F238E27FC236}">
                    <a16:creationId xmlns:a16="http://schemas.microsoft.com/office/drawing/2014/main" id="{ACC5598B-3159-B3D9-AA52-3B8356A30A9C}"/>
                  </a:ext>
                </a:extLst>
              </p:cNvPr>
              <p:cNvSpPr/>
              <p:nvPr/>
            </p:nvSpPr>
            <p:spPr>
              <a:xfrm>
                <a:off x="2415402" y="3329193"/>
                <a:ext cx="3621810" cy="1018519"/>
              </a:xfrm>
              <a:prstGeom prst="roundRect">
                <a:avLst>
                  <a:gd name="adj" fmla="val 6863"/>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numCol="1" rtlCol="0" anchor="t"/>
              <a:lstStyle/>
              <a:p>
                <a:pPr algn="ctr"/>
                <a:endParaRPr lang="en-GB" sz="1350">
                  <a:solidFill>
                    <a:schemeClr val="tx1"/>
                  </a:solidFill>
                </a:endParaRPr>
              </a:p>
              <a:p>
                <a:pPr marL="285750" indent="-285750">
                  <a:buFont typeface="Arial" panose="020B0604020202020204" pitchFamily="34" charset="0"/>
                  <a:buChar char="•"/>
                </a:pPr>
                <a:r>
                  <a:rPr lang="en-GB" sz="1350">
                    <a:solidFill>
                      <a:schemeClr val="tx1"/>
                    </a:solidFill>
                  </a:rPr>
                  <a:t>Routes: /plan, /rail, /bus-live, /weather…</a:t>
                </a:r>
              </a:p>
              <a:p>
                <a:pPr marL="285750" indent="-285750">
                  <a:buFont typeface="Arial" panose="020B0604020202020204" pitchFamily="34" charset="0"/>
                  <a:buChar char="•"/>
                </a:pPr>
                <a:r>
                  <a:rPr lang="en-GB" sz="1350">
                    <a:solidFill>
                      <a:schemeClr val="tx1"/>
                    </a:solidFill>
                  </a:rPr>
                  <a:t>Services: journey-search, nearby…</a:t>
                </a:r>
              </a:p>
              <a:p>
                <a:pPr marL="285750" indent="-285750">
                  <a:buFont typeface="Arial" panose="020B0604020202020204" pitchFamily="34" charset="0"/>
                  <a:buChar char="•"/>
                </a:pPr>
                <a:r>
                  <a:rPr lang="en-GB" sz="1350">
                    <a:solidFill>
                      <a:schemeClr val="tx1"/>
                    </a:solidFill>
                  </a:rPr>
                  <a:t>Utils: geo (haversine), rail-graph (Dijkstra)..</a:t>
                </a:r>
              </a:p>
              <a:p>
                <a:pPr marL="285750" indent="-285750" algn="ctr">
                  <a:buFontTx/>
                  <a:buChar char="-"/>
                </a:pPr>
                <a:endParaRPr lang="en-GB" sz="1350">
                  <a:solidFill>
                    <a:schemeClr val="tx1"/>
                  </a:solidFill>
                </a:endParaRPr>
              </a:p>
              <a:p>
                <a:pPr marL="285750" indent="-285750" algn="ctr">
                  <a:buFontTx/>
                  <a:buChar char="-"/>
                </a:pPr>
                <a:endParaRPr lang="en-GB" sz="1350">
                  <a:solidFill>
                    <a:schemeClr val="tx1"/>
                  </a:solidFill>
                </a:endParaRPr>
              </a:p>
              <a:p>
                <a:pPr marL="285750" indent="-285750" algn="ctr">
                  <a:buFontTx/>
                  <a:buChar char="-"/>
                </a:pPr>
                <a:endParaRPr lang="en-GB" sz="1350">
                  <a:solidFill>
                    <a:schemeClr val="tx1"/>
                  </a:solidFill>
                </a:endParaRPr>
              </a:p>
              <a:p>
                <a:pPr marL="285750" indent="-285750" algn="ctr">
                  <a:buFontTx/>
                  <a:buChar char="-"/>
                </a:pPr>
                <a:endParaRPr lang="en-GB" sz="1350">
                  <a:solidFill>
                    <a:schemeClr val="tx1"/>
                  </a:solidFill>
                </a:endParaRPr>
              </a:p>
              <a:p>
                <a:pPr marL="285750" indent="-285750" algn="ctr">
                  <a:buFontTx/>
                  <a:buChar char="-"/>
                </a:pPr>
                <a:endParaRPr lang="en-GB" sz="1350">
                  <a:solidFill>
                    <a:schemeClr val="tx1"/>
                  </a:solidFill>
                </a:endParaRPr>
              </a:p>
              <a:p>
                <a:pPr marL="285750" indent="-285750" algn="ctr">
                  <a:buFontTx/>
                  <a:buChar char="-"/>
                </a:pPr>
                <a:endParaRPr lang="en-GB" sz="1350">
                  <a:solidFill>
                    <a:schemeClr val="tx1"/>
                  </a:solidFill>
                </a:endParaRPr>
              </a:p>
              <a:p>
                <a:pPr marL="285750" indent="-285750" algn="ctr">
                  <a:buFontTx/>
                  <a:buChar char="-"/>
                </a:pPr>
                <a:endParaRPr lang="en-GB" sz="1350">
                  <a:solidFill>
                    <a:schemeClr val="tx1"/>
                  </a:solidFill>
                </a:endParaRPr>
              </a:p>
              <a:p>
                <a:pPr marL="285750" indent="-285750" algn="ctr">
                  <a:buFontTx/>
                  <a:buChar char="-"/>
                </a:pPr>
                <a:endParaRPr lang="en-GB" sz="1350">
                  <a:solidFill>
                    <a:schemeClr val="tx1"/>
                  </a:solidFill>
                </a:endParaRPr>
              </a:p>
              <a:p>
                <a:pPr marL="285750" indent="-285750" algn="ctr">
                  <a:buFontTx/>
                  <a:buChar char="-"/>
                </a:pPr>
                <a:endParaRPr lang="en-GB" sz="1350">
                  <a:solidFill>
                    <a:schemeClr val="tx1"/>
                  </a:solidFill>
                </a:endParaRPr>
              </a:p>
              <a:p>
                <a:pPr algn="ctr"/>
                <a:endParaRPr lang="en-GB" sz="1350">
                  <a:solidFill>
                    <a:schemeClr val="tx1"/>
                  </a:solidFill>
                </a:endParaRPr>
              </a:p>
            </p:txBody>
          </p:sp>
          <p:sp>
            <p:nvSpPr>
              <p:cNvPr id="39" name="Rectangle: Rounded Corners 38">
                <a:extLst>
                  <a:ext uri="{FF2B5EF4-FFF2-40B4-BE49-F238E27FC236}">
                    <a16:creationId xmlns:a16="http://schemas.microsoft.com/office/drawing/2014/main" id="{DC9ED9C5-1074-8BEA-B8C8-2B51B0309415}"/>
                  </a:ext>
                </a:extLst>
              </p:cNvPr>
              <p:cNvSpPr/>
              <p:nvPr/>
            </p:nvSpPr>
            <p:spPr>
              <a:xfrm>
                <a:off x="2415400" y="3356543"/>
                <a:ext cx="3513850" cy="223420"/>
              </a:xfrm>
              <a:prstGeom prst="roundRect">
                <a:avLst>
                  <a:gd name="adj" fmla="val 6863"/>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numCol="1" rtlCol="0" anchor="t"/>
              <a:lstStyle/>
              <a:p>
                <a:pPr algn="ctr"/>
                <a:r>
                  <a:rPr lang="en-GB" sz="1400" b="1" u="sng">
                    <a:solidFill>
                      <a:schemeClr val="tx1"/>
                    </a:solidFill>
                  </a:rPr>
                  <a:t>BACKEND (Node/Express)</a:t>
                </a:r>
              </a:p>
            </p:txBody>
          </p:sp>
          <p:sp>
            <p:nvSpPr>
              <p:cNvPr id="40" name="Rectangle: Rounded Corners 39">
                <a:extLst>
                  <a:ext uri="{FF2B5EF4-FFF2-40B4-BE49-F238E27FC236}">
                    <a16:creationId xmlns:a16="http://schemas.microsoft.com/office/drawing/2014/main" id="{C91A9B9F-3799-DCCC-BE6B-D9EEB4B21E68}"/>
                  </a:ext>
                </a:extLst>
              </p:cNvPr>
              <p:cNvSpPr/>
              <p:nvPr/>
            </p:nvSpPr>
            <p:spPr>
              <a:xfrm rot="16200000">
                <a:off x="1856860" y="3716826"/>
                <a:ext cx="1018520" cy="243251"/>
              </a:xfrm>
              <a:prstGeom prst="roundRect">
                <a:avLst>
                  <a:gd name="adj" fmla="val 6863"/>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350" b="1">
                    <a:solidFill>
                      <a:schemeClr val="tx1"/>
                    </a:solidFill>
                  </a:rPr>
                  <a:t>Port  5000</a:t>
                </a:r>
              </a:p>
            </p:txBody>
          </p:sp>
        </p:grpSp>
        <p:cxnSp>
          <p:nvCxnSpPr>
            <p:cNvPr id="30" name="Straight Arrow Connector 29">
              <a:extLst>
                <a:ext uri="{FF2B5EF4-FFF2-40B4-BE49-F238E27FC236}">
                  <a16:creationId xmlns:a16="http://schemas.microsoft.com/office/drawing/2014/main" id="{73BCE24D-4A95-8E5A-CB27-DAFEE0A8446F}"/>
                </a:ext>
              </a:extLst>
            </p:cNvPr>
            <p:cNvCxnSpPr>
              <a:cxnSpLocks/>
              <a:stCxn id="41" idx="2"/>
              <a:endCxn id="38" idx="0"/>
            </p:cNvCxnSpPr>
            <p:nvPr/>
          </p:nvCxnSpPr>
          <p:spPr>
            <a:xfrm>
              <a:off x="4169391" y="2510287"/>
              <a:ext cx="696" cy="523413"/>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F5C8FC37-803B-F8C5-088B-D33488DA7F2C}"/>
                </a:ext>
              </a:extLst>
            </p:cNvPr>
            <p:cNvSpPr txBox="1"/>
            <p:nvPr/>
          </p:nvSpPr>
          <p:spPr>
            <a:xfrm>
              <a:off x="4263946" y="2612396"/>
              <a:ext cx="1291466" cy="276999"/>
            </a:xfrm>
            <a:prstGeom prst="rect">
              <a:avLst/>
            </a:prstGeom>
            <a:noFill/>
          </p:spPr>
          <p:txBody>
            <a:bodyPr wrap="square" rtlCol="0">
              <a:spAutoFit/>
            </a:bodyPr>
            <a:lstStyle/>
            <a:p>
              <a:r>
                <a:rPr lang="en-GB" sz="1200" b="1"/>
                <a:t>HTTP/ REST API</a:t>
              </a:r>
            </a:p>
          </p:txBody>
        </p:sp>
        <p:grpSp>
          <p:nvGrpSpPr>
            <p:cNvPr id="32" name="Group 31">
              <a:extLst>
                <a:ext uri="{FF2B5EF4-FFF2-40B4-BE49-F238E27FC236}">
                  <a16:creationId xmlns:a16="http://schemas.microsoft.com/office/drawing/2014/main" id="{E2F94DF0-101A-BDAC-905F-188A51DA91BA}"/>
                </a:ext>
              </a:extLst>
            </p:cNvPr>
            <p:cNvGrpSpPr/>
            <p:nvPr/>
          </p:nvGrpSpPr>
          <p:grpSpPr>
            <a:xfrm>
              <a:off x="2240177" y="4501026"/>
              <a:ext cx="3714737" cy="1675715"/>
              <a:chOff x="2244494" y="3329192"/>
              <a:chExt cx="4015498" cy="1018520"/>
            </a:xfrm>
          </p:grpSpPr>
          <p:sp>
            <p:nvSpPr>
              <p:cNvPr id="35" name="Rectangle: Rounded Corners 34">
                <a:extLst>
                  <a:ext uri="{FF2B5EF4-FFF2-40B4-BE49-F238E27FC236}">
                    <a16:creationId xmlns:a16="http://schemas.microsoft.com/office/drawing/2014/main" id="{E95349E8-6A89-8611-312E-E0BE997B8EBC}"/>
                  </a:ext>
                </a:extLst>
              </p:cNvPr>
              <p:cNvSpPr/>
              <p:nvPr/>
            </p:nvSpPr>
            <p:spPr>
              <a:xfrm>
                <a:off x="2415403" y="3329193"/>
                <a:ext cx="3844589" cy="1018519"/>
              </a:xfrm>
              <a:prstGeom prst="roundRect">
                <a:avLst>
                  <a:gd name="adj" fmla="val 6863"/>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numCol="2" rtlCol="0" anchor="t"/>
              <a:lstStyle/>
              <a:p>
                <a:pPr algn="ctr"/>
                <a:endParaRPr lang="en-GB" sz="1350">
                  <a:solidFill>
                    <a:schemeClr val="tx1"/>
                  </a:solidFill>
                </a:endParaRPr>
              </a:p>
              <a:p>
                <a:r>
                  <a:rPr lang="en-GB" sz="1350" i="1">
                    <a:solidFill>
                      <a:schemeClr val="tx1"/>
                    </a:solidFill>
                  </a:rPr>
                  <a:t>Tables:</a:t>
                </a:r>
              </a:p>
              <a:p>
                <a:pPr marL="285750" indent="-285750">
                  <a:buFont typeface="Arial" panose="020B0604020202020204" pitchFamily="34" charset="0"/>
                  <a:buChar char="•"/>
                </a:pPr>
                <a:r>
                  <a:rPr lang="en-GB" sz="1350">
                    <a:solidFill>
                      <a:schemeClr val="tx1"/>
                    </a:solidFill>
                  </a:rPr>
                  <a:t>Stops (</a:t>
                </a:r>
                <a:r>
                  <a:rPr lang="en-GB" sz="1350" err="1">
                    <a:solidFill>
                      <a:schemeClr val="tx1"/>
                    </a:solidFill>
                  </a:rPr>
                  <a:t>NaPTAN</a:t>
                </a:r>
                <a:r>
                  <a:rPr lang="en-GB" sz="1350">
                    <a:solidFill>
                      <a:schemeClr val="tx1"/>
                    </a:solidFill>
                  </a:rPr>
                  <a:t>)</a:t>
                </a:r>
              </a:p>
              <a:p>
                <a:pPr marL="285750" indent="-285750">
                  <a:buFont typeface="Arial" panose="020B0604020202020204" pitchFamily="34" charset="0"/>
                  <a:buChar char="•"/>
                </a:pPr>
                <a:r>
                  <a:rPr lang="en-GB" sz="1350">
                    <a:solidFill>
                      <a:schemeClr val="tx1"/>
                    </a:solidFill>
                  </a:rPr>
                  <a:t>Operators</a:t>
                </a:r>
              </a:p>
              <a:p>
                <a:pPr marL="285750" indent="-285750">
                  <a:buFont typeface="Arial" panose="020B0604020202020204" pitchFamily="34" charset="0"/>
                  <a:buChar char="•"/>
                </a:pPr>
                <a:r>
                  <a:rPr lang="en-GB" sz="1350" err="1">
                    <a:solidFill>
                      <a:schemeClr val="tx1"/>
                    </a:solidFill>
                  </a:rPr>
                  <a:t>National_rail</a:t>
                </a:r>
                <a:endParaRPr lang="en-GB" sz="1350">
                  <a:solidFill>
                    <a:schemeClr val="tx1"/>
                  </a:solidFill>
                </a:endParaRPr>
              </a:p>
              <a:p>
                <a:pPr marL="285750" indent="-285750">
                  <a:buFont typeface="Arial" panose="020B0604020202020204" pitchFamily="34" charset="0"/>
                  <a:buChar char="•"/>
                </a:pPr>
                <a:r>
                  <a:rPr lang="en-GB" sz="1350" err="1">
                    <a:solidFill>
                      <a:schemeClr val="tx1"/>
                    </a:solidFill>
                  </a:rPr>
                  <a:t>Journey_tracking</a:t>
                </a:r>
                <a:endParaRPr lang="en-GB" sz="1350">
                  <a:solidFill>
                    <a:schemeClr val="tx1"/>
                  </a:solidFill>
                </a:endParaRPr>
              </a:p>
              <a:p>
                <a:pPr marL="285750" indent="-285750">
                  <a:buFont typeface="Arial" panose="020B0604020202020204" pitchFamily="34" charset="0"/>
                  <a:buChar char="•"/>
                </a:pPr>
                <a:endParaRPr lang="en-GB" sz="1350">
                  <a:solidFill>
                    <a:schemeClr val="tx1"/>
                  </a:solidFill>
                </a:endParaRPr>
              </a:p>
              <a:p>
                <a:pPr marL="285750" indent="-285750">
                  <a:buFont typeface="Arial" panose="020B0604020202020204" pitchFamily="34" charset="0"/>
                  <a:buChar char="•"/>
                </a:pPr>
                <a:endParaRPr lang="en-GB" sz="1350">
                  <a:solidFill>
                    <a:schemeClr val="tx1"/>
                  </a:solidFill>
                </a:endParaRPr>
              </a:p>
              <a:p>
                <a:pPr marL="285750" indent="-285750">
                  <a:buFont typeface="Arial" panose="020B0604020202020204" pitchFamily="34" charset="0"/>
                  <a:buChar char="•"/>
                </a:pPr>
                <a:endParaRPr lang="en-GB" sz="1350">
                  <a:solidFill>
                    <a:schemeClr val="tx1"/>
                  </a:solidFill>
                </a:endParaRPr>
              </a:p>
              <a:p>
                <a:endParaRPr lang="en-GB" sz="1350">
                  <a:solidFill>
                    <a:schemeClr val="tx1"/>
                  </a:solidFill>
                </a:endParaRPr>
              </a:p>
              <a:p>
                <a:pPr marL="285750" indent="-285750">
                  <a:buFont typeface="Arial" panose="020B0604020202020204" pitchFamily="34" charset="0"/>
                  <a:buChar char="•"/>
                </a:pPr>
                <a:endParaRPr lang="en-GB" sz="1350">
                  <a:solidFill>
                    <a:schemeClr val="tx1"/>
                  </a:solidFill>
                </a:endParaRPr>
              </a:p>
              <a:p>
                <a:pPr marL="285750" indent="-285750">
                  <a:buFont typeface="Arial" panose="020B0604020202020204" pitchFamily="34" charset="0"/>
                  <a:buChar char="•"/>
                </a:pPr>
                <a:endParaRPr lang="en-GB" sz="1350">
                  <a:solidFill>
                    <a:schemeClr val="tx1"/>
                  </a:solidFill>
                </a:endParaRPr>
              </a:p>
              <a:p>
                <a:pPr marL="285750" indent="-285750">
                  <a:buFont typeface="Arial" panose="020B0604020202020204" pitchFamily="34" charset="0"/>
                  <a:buChar char="•"/>
                </a:pPr>
                <a:endParaRPr lang="en-GB" sz="1350">
                  <a:solidFill>
                    <a:schemeClr val="tx1"/>
                  </a:solidFill>
                </a:endParaRPr>
              </a:p>
              <a:p>
                <a:pPr marL="285750" indent="-285750">
                  <a:buFont typeface="Arial" panose="020B0604020202020204" pitchFamily="34" charset="0"/>
                  <a:buChar char="•"/>
                </a:pPr>
                <a:endParaRPr lang="en-GB" sz="1350">
                  <a:solidFill>
                    <a:schemeClr val="tx1"/>
                  </a:solidFill>
                </a:endParaRPr>
              </a:p>
              <a:p>
                <a:pPr marL="285750" indent="-285750">
                  <a:buFont typeface="Arial" panose="020B0604020202020204" pitchFamily="34" charset="0"/>
                  <a:buChar char="•"/>
                </a:pPr>
                <a:endParaRPr lang="en-GB" sz="1350">
                  <a:solidFill>
                    <a:schemeClr val="tx1"/>
                  </a:solidFill>
                </a:endParaRPr>
              </a:p>
              <a:p>
                <a:pPr marL="285750" indent="-285750">
                  <a:buFont typeface="Arial" panose="020B0604020202020204" pitchFamily="34" charset="0"/>
                  <a:buChar char="•"/>
                </a:pPr>
                <a:endParaRPr lang="en-GB" sz="1350">
                  <a:solidFill>
                    <a:schemeClr val="tx1"/>
                  </a:solidFill>
                </a:endParaRPr>
              </a:p>
              <a:p>
                <a:pPr marL="285750" indent="-285750">
                  <a:buFont typeface="Arial" panose="020B0604020202020204" pitchFamily="34" charset="0"/>
                  <a:buChar char="•"/>
                </a:pPr>
                <a:endParaRPr lang="en-GB" sz="1350">
                  <a:solidFill>
                    <a:schemeClr val="tx1"/>
                  </a:solidFill>
                </a:endParaRPr>
              </a:p>
              <a:p>
                <a:pPr marL="285750" indent="-285750">
                  <a:buFont typeface="Arial" panose="020B0604020202020204" pitchFamily="34" charset="0"/>
                  <a:buChar char="•"/>
                </a:pPr>
                <a:r>
                  <a:rPr lang="en-GB" sz="1350" err="1">
                    <a:solidFill>
                      <a:schemeClr val="tx1"/>
                    </a:solidFill>
                  </a:rPr>
                  <a:t>Bus_routes</a:t>
                </a:r>
                <a:endParaRPr lang="en-GB" sz="1350">
                  <a:solidFill>
                    <a:schemeClr val="tx1"/>
                  </a:solidFill>
                </a:endParaRPr>
              </a:p>
              <a:p>
                <a:pPr marL="285750" indent="-285750">
                  <a:buFont typeface="Arial" panose="020B0604020202020204" pitchFamily="34" charset="0"/>
                  <a:buChar char="•"/>
                </a:pPr>
                <a:r>
                  <a:rPr lang="en-GB" sz="1350" err="1">
                    <a:solidFill>
                      <a:schemeClr val="tx1"/>
                    </a:solidFill>
                  </a:rPr>
                  <a:t>Route_stops</a:t>
                </a:r>
                <a:endParaRPr lang="en-GB" sz="1350">
                  <a:solidFill>
                    <a:schemeClr val="tx1"/>
                  </a:solidFill>
                </a:endParaRPr>
              </a:p>
              <a:p>
                <a:pPr marL="285750" indent="-285750">
                  <a:buFont typeface="Arial" panose="020B0604020202020204" pitchFamily="34" charset="0"/>
                  <a:buChar char="•"/>
                </a:pPr>
                <a:r>
                  <a:rPr lang="en-GB" sz="1350" err="1">
                    <a:solidFill>
                      <a:schemeClr val="tx1"/>
                    </a:solidFill>
                  </a:rPr>
                  <a:t>Rail_schedule</a:t>
                </a:r>
                <a:endParaRPr lang="en-GB" sz="1350">
                  <a:solidFill>
                    <a:schemeClr val="tx1"/>
                  </a:solidFill>
                </a:endParaRPr>
              </a:p>
              <a:p>
                <a:pPr marL="285750" indent="-285750">
                  <a:buFont typeface="Arial" panose="020B0604020202020204" pitchFamily="34" charset="0"/>
                  <a:buChar char="•"/>
                </a:pPr>
                <a:r>
                  <a:rPr lang="en-GB" sz="1350" err="1">
                    <a:solidFill>
                      <a:schemeClr val="tx1"/>
                    </a:solidFill>
                  </a:rPr>
                  <a:t>planned_routes</a:t>
                </a:r>
                <a:r>
                  <a:rPr lang="en-GB" sz="1350">
                    <a:solidFill>
                      <a:schemeClr val="tx1"/>
                    </a:solidFill>
                  </a:rPr>
                  <a:t> (cached)</a:t>
                </a:r>
              </a:p>
              <a:p>
                <a:pPr marL="285750" indent="-285750" algn="ctr">
                  <a:buFontTx/>
                  <a:buChar char="-"/>
                </a:pPr>
                <a:endParaRPr lang="en-GB" sz="1350">
                  <a:solidFill>
                    <a:schemeClr val="tx1"/>
                  </a:solidFill>
                </a:endParaRPr>
              </a:p>
              <a:p>
                <a:pPr marL="285750" indent="-285750" algn="ctr">
                  <a:buFontTx/>
                  <a:buChar char="-"/>
                </a:pPr>
                <a:endParaRPr lang="en-GB" sz="1350">
                  <a:solidFill>
                    <a:schemeClr val="tx1"/>
                  </a:solidFill>
                </a:endParaRPr>
              </a:p>
              <a:p>
                <a:pPr marL="285750" indent="-285750" algn="ctr">
                  <a:buFontTx/>
                  <a:buChar char="-"/>
                </a:pPr>
                <a:endParaRPr lang="en-GB" sz="1350">
                  <a:solidFill>
                    <a:schemeClr val="tx1"/>
                  </a:solidFill>
                </a:endParaRPr>
              </a:p>
              <a:p>
                <a:pPr marL="285750" indent="-285750" algn="ctr">
                  <a:buFontTx/>
                  <a:buChar char="-"/>
                </a:pPr>
                <a:endParaRPr lang="en-GB" sz="1350">
                  <a:solidFill>
                    <a:schemeClr val="tx1"/>
                  </a:solidFill>
                </a:endParaRPr>
              </a:p>
              <a:p>
                <a:pPr marL="285750" indent="-285750" algn="ctr">
                  <a:buFontTx/>
                  <a:buChar char="-"/>
                </a:pPr>
                <a:endParaRPr lang="en-GB" sz="1350">
                  <a:solidFill>
                    <a:schemeClr val="tx1"/>
                  </a:solidFill>
                </a:endParaRPr>
              </a:p>
              <a:p>
                <a:pPr marL="285750" indent="-285750" algn="ctr">
                  <a:buFontTx/>
                  <a:buChar char="-"/>
                </a:pPr>
                <a:endParaRPr lang="en-GB" sz="1350">
                  <a:solidFill>
                    <a:schemeClr val="tx1"/>
                  </a:solidFill>
                </a:endParaRPr>
              </a:p>
              <a:p>
                <a:pPr marL="285750" indent="-285750" algn="ctr">
                  <a:buFontTx/>
                  <a:buChar char="-"/>
                </a:pPr>
                <a:endParaRPr lang="en-GB" sz="1350">
                  <a:solidFill>
                    <a:schemeClr val="tx1"/>
                  </a:solidFill>
                </a:endParaRPr>
              </a:p>
              <a:p>
                <a:pPr algn="ctr"/>
                <a:endParaRPr lang="en-GB" sz="1350">
                  <a:solidFill>
                    <a:schemeClr val="tx1"/>
                  </a:solidFill>
                </a:endParaRPr>
              </a:p>
            </p:txBody>
          </p:sp>
          <p:sp>
            <p:nvSpPr>
              <p:cNvPr id="36" name="Rectangle: Rounded Corners 35">
                <a:extLst>
                  <a:ext uri="{FF2B5EF4-FFF2-40B4-BE49-F238E27FC236}">
                    <a16:creationId xmlns:a16="http://schemas.microsoft.com/office/drawing/2014/main" id="{EC6EFE6E-F24E-0B62-D479-AD7132309A67}"/>
                  </a:ext>
                </a:extLst>
              </p:cNvPr>
              <p:cNvSpPr/>
              <p:nvPr/>
            </p:nvSpPr>
            <p:spPr>
              <a:xfrm>
                <a:off x="2415400" y="3356543"/>
                <a:ext cx="3513850" cy="162737"/>
              </a:xfrm>
              <a:prstGeom prst="roundRect">
                <a:avLst>
                  <a:gd name="adj" fmla="val 6863"/>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numCol="1" rtlCol="0" anchor="t"/>
              <a:lstStyle/>
              <a:p>
                <a:pPr algn="ctr"/>
                <a:r>
                  <a:rPr lang="en-GB" sz="1400" b="1" u="sng">
                    <a:solidFill>
                      <a:schemeClr val="tx1"/>
                    </a:solidFill>
                  </a:rPr>
                  <a:t>PostgreSQL 16 Database</a:t>
                </a:r>
              </a:p>
            </p:txBody>
          </p:sp>
          <p:sp>
            <p:nvSpPr>
              <p:cNvPr id="37" name="Rectangle: Rounded Corners 36">
                <a:extLst>
                  <a:ext uri="{FF2B5EF4-FFF2-40B4-BE49-F238E27FC236}">
                    <a16:creationId xmlns:a16="http://schemas.microsoft.com/office/drawing/2014/main" id="{515BB879-E427-56C6-FCE0-A34054ECC40F}"/>
                  </a:ext>
                </a:extLst>
              </p:cNvPr>
              <p:cNvSpPr/>
              <p:nvPr/>
            </p:nvSpPr>
            <p:spPr>
              <a:xfrm rot="16200000">
                <a:off x="1856860" y="3716826"/>
                <a:ext cx="1018520" cy="243251"/>
              </a:xfrm>
              <a:prstGeom prst="roundRect">
                <a:avLst>
                  <a:gd name="adj" fmla="val 6863"/>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350" b="1">
                    <a:solidFill>
                      <a:schemeClr val="tx1"/>
                    </a:solidFill>
                  </a:rPr>
                  <a:t>Port  5050 -&gt; 5432</a:t>
                </a:r>
              </a:p>
            </p:txBody>
          </p:sp>
        </p:grpSp>
        <p:cxnSp>
          <p:nvCxnSpPr>
            <p:cNvPr id="33" name="Straight Arrow Connector 32">
              <a:extLst>
                <a:ext uri="{FF2B5EF4-FFF2-40B4-BE49-F238E27FC236}">
                  <a16:creationId xmlns:a16="http://schemas.microsoft.com/office/drawing/2014/main" id="{06B4FE45-9792-2A99-3EE3-761A5A226465}"/>
                </a:ext>
              </a:extLst>
            </p:cNvPr>
            <p:cNvCxnSpPr>
              <a:cxnSpLocks/>
              <a:stCxn id="38" idx="2"/>
              <a:endCxn id="35" idx="0"/>
            </p:cNvCxnSpPr>
            <p:nvPr/>
          </p:nvCxnSpPr>
          <p:spPr>
            <a:xfrm>
              <a:off x="4170087" y="4052219"/>
              <a:ext cx="6513" cy="448809"/>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BC383E4-C095-A1E4-ED57-EA8F5F974591}"/>
                </a:ext>
              </a:extLst>
            </p:cNvPr>
            <p:cNvSpPr txBox="1"/>
            <p:nvPr/>
          </p:nvSpPr>
          <p:spPr>
            <a:xfrm>
              <a:off x="4375225" y="4138122"/>
              <a:ext cx="534454" cy="276999"/>
            </a:xfrm>
            <a:prstGeom prst="rect">
              <a:avLst/>
            </a:prstGeom>
            <a:noFill/>
          </p:spPr>
          <p:txBody>
            <a:bodyPr wrap="square" rtlCol="0">
              <a:spAutoFit/>
            </a:bodyPr>
            <a:lstStyle/>
            <a:p>
              <a:r>
                <a:rPr lang="en-GB" sz="1200" b="1"/>
                <a:t>SQL</a:t>
              </a:r>
            </a:p>
          </p:txBody>
        </p:sp>
      </p:grpSp>
    </p:spTree>
    <p:extLst>
      <p:ext uri="{BB962C8B-B14F-4D97-AF65-F5344CB8AC3E}">
        <p14:creationId xmlns:p14="http://schemas.microsoft.com/office/powerpoint/2010/main" val="2368081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14A62-1BA5-7FBE-B72F-3B0133D736FA}"/>
              </a:ext>
            </a:extLst>
          </p:cNvPr>
          <p:cNvSpPr>
            <a:spLocks noGrp="1"/>
          </p:cNvSpPr>
          <p:nvPr>
            <p:ph type="title"/>
          </p:nvPr>
        </p:nvSpPr>
        <p:spPr/>
        <p:txBody>
          <a:bodyPr/>
          <a:lstStyle/>
          <a:p>
            <a:r>
              <a:rPr lang="en-GB"/>
              <a:t>Implementation process</a:t>
            </a:r>
          </a:p>
        </p:txBody>
      </p:sp>
      <p:sp>
        <p:nvSpPr>
          <p:cNvPr id="3" name="Content Placeholder 2">
            <a:extLst>
              <a:ext uri="{FF2B5EF4-FFF2-40B4-BE49-F238E27FC236}">
                <a16:creationId xmlns:a16="http://schemas.microsoft.com/office/drawing/2014/main" id="{4691407B-6E60-9FA5-17F9-D6CF5F481120}"/>
              </a:ext>
            </a:extLst>
          </p:cNvPr>
          <p:cNvSpPr>
            <a:spLocks noGrp="1"/>
          </p:cNvSpPr>
          <p:nvPr>
            <p:ph idx="1"/>
          </p:nvPr>
        </p:nvSpPr>
        <p:spPr>
          <a:xfrm>
            <a:off x="428768" y="1507178"/>
            <a:ext cx="11442616" cy="5057973"/>
          </a:xfrm>
        </p:spPr>
        <p:txBody>
          <a:bodyPr vert="horz" lIns="91440" tIns="45720" rIns="91440" bIns="45720" rtlCol="0" anchor="t">
            <a:normAutofit lnSpcReduction="10000"/>
          </a:bodyPr>
          <a:lstStyle/>
          <a:p>
            <a:pPr marL="457200" lvl="1" indent="0">
              <a:buNone/>
            </a:pPr>
            <a:r>
              <a:rPr lang="en-GB" b="1"/>
              <a:t>Planning &amp; Implementation: </a:t>
            </a:r>
            <a:endParaRPr lang="en-US"/>
          </a:p>
          <a:p>
            <a:pPr lvl="1">
              <a:buFont typeface="Calibri" panose="020B0604020202020204" pitchFamily="34" charset="0"/>
              <a:buChar char="-"/>
            </a:pPr>
            <a:r>
              <a:rPr lang="en-GB"/>
              <a:t>Split into three subgroups consisting of UI, database and application algorithms. Each person within their respected group were given a task delegation sheet with their corresponding work with a deadline. </a:t>
            </a:r>
            <a:endParaRPr lang="en-GB" b="1"/>
          </a:p>
          <a:p>
            <a:pPr lvl="1">
              <a:buFont typeface="Calibri" panose="020B0604020202020204" pitchFamily="34" charset="0"/>
              <a:buChar char="-"/>
            </a:pPr>
            <a:r>
              <a:rPr lang="en-GB"/>
              <a:t>After major updates, groups meetings and conversations with team lead were ensued to ensure targets were being hit and scope was covered.</a:t>
            </a:r>
            <a:endParaRPr lang="en-GB" b="1"/>
          </a:p>
          <a:p>
            <a:pPr lvl="1">
              <a:buFont typeface="Calibri" panose="020B0604020202020204" pitchFamily="34" charset="0"/>
              <a:buChar char="-"/>
            </a:pPr>
            <a:r>
              <a:rPr lang="en-GB"/>
              <a:t>To make sure work was satisfactory developers tested all code that was uploaded to ensure code quality and reliability standards were met. </a:t>
            </a:r>
          </a:p>
          <a:p>
            <a:pPr marL="457200" lvl="1" indent="0">
              <a:buNone/>
            </a:pPr>
            <a:r>
              <a:rPr lang="en-GB" b="1">
                <a:sym typeface="Wingdings" panose="05000000000000000000" pitchFamily="2" charset="2"/>
              </a:rPr>
              <a:t>Challenges: </a:t>
            </a:r>
            <a:endParaRPr lang="en-GB"/>
          </a:p>
          <a:p>
            <a:pPr marL="800100" lvl="1" indent="-342900">
              <a:buFont typeface="Calibri" panose="020B0604020202020204" pitchFamily="34" charset="0"/>
              <a:buChar char="-"/>
            </a:pPr>
            <a:r>
              <a:rPr lang="en-GB"/>
              <a:t>A major adversity that the team needed to overcome was the database issues this prevented tracking of bus and train stations, this was fixed with time dealt with debugging the project.</a:t>
            </a:r>
          </a:p>
          <a:p>
            <a:pPr marL="800100" lvl="1" indent="-342900">
              <a:buFont typeface="Calibri" panose="020B0604020202020204" pitchFamily="34" charset="0"/>
              <a:buChar char="-"/>
            </a:pPr>
            <a:r>
              <a:rPr lang="en-GB"/>
              <a:t>Minor challenges such as routing  errors and merge conflicts were swiftly resolved  with minor debugging, the only issue these challenges caused were internal time delays.</a:t>
            </a:r>
          </a:p>
          <a:p>
            <a:pPr marL="800100" lvl="1" indent="-342900">
              <a:buFont typeface="Calibri" panose="020B0604020202020204" pitchFamily="34" charset="0"/>
              <a:buChar char="-"/>
            </a:pPr>
            <a:endParaRPr lang="en-GB"/>
          </a:p>
        </p:txBody>
      </p:sp>
    </p:spTree>
    <p:extLst>
      <p:ext uri="{BB962C8B-B14F-4D97-AF65-F5344CB8AC3E}">
        <p14:creationId xmlns:p14="http://schemas.microsoft.com/office/powerpoint/2010/main" val="3479213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5C536-FD16-C7D9-79B5-B96C87BF6F9D}"/>
              </a:ext>
            </a:extLst>
          </p:cNvPr>
          <p:cNvSpPr>
            <a:spLocks noGrp="1"/>
          </p:cNvSpPr>
          <p:nvPr>
            <p:ph type="title"/>
          </p:nvPr>
        </p:nvSpPr>
        <p:spPr/>
        <p:txBody>
          <a:bodyPr/>
          <a:lstStyle/>
          <a:p>
            <a:r>
              <a:rPr lang="en-GB"/>
              <a:t>User Evaluations</a:t>
            </a:r>
          </a:p>
        </p:txBody>
      </p:sp>
      <p:pic>
        <p:nvPicPr>
          <p:cNvPr id="5" name="Picture 4" descr="A screen shot of a computer&#10;&#10;AI-generated content may be incorrect.">
            <a:extLst>
              <a:ext uri="{FF2B5EF4-FFF2-40B4-BE49-F238E27FC236}">
                <a16:creationId xmlns:a16="http://schemas.microsoft.com/office/drawing/2014/main" id="{1686E85B-C660-3E8C-24AF-A717DE93B0A0}"/>
              </a:ext>
            </a:extLst>
          </p:cNvPr>
          <p:cNvPicPr>
            <a:picLocks noChangeAspect="1"/>
          </p:cNvPicPr>
          <p:nvPr/>
        </p:nvPicPr>
        <p:blipFill>
          <a:blip r:embed="rId3"/>
          <a:srcRect t="32533" r="-174" b="-183"/>
          <a:stretch>
            <a:fillRect/>
          </a:stretch>
        </p:blipFill>
        <p:spPr>
          <a:xfrm>
            <a:off x="435065" y="4557500"/>
            <a:ext cx="4932593" cy="2105923"/>
          </a:xfrm>
          <a:prstGeom prst="rect">
            <a:avLst/>
          </a:prstGeom>
        </p:spPr>
      </p:pic>
      <p:pic>
        <p:nvPicPr>
          <p:cNvPr id="6" name="Picture 5" descr="A screenshot of a white background with red circles&#10;&#10;AI-generated content may be incorrect.">
            <a:extLst>
              <a:ext uri="{FF2B5EF4-FFF2-40B4-BE49-F238E27FC236}">
                <a16:creationId xmlns:a16="http://schemas.microsoft.com/office/drawing/2014/main" id="{DAAC86C2-E899-00AF-DB4D-5A708758CFC9}"/>
              </a:ext>
            </a:extLst>
          </p:cNvPr>
          <p:cNvPicPr>
            <a:picLocks noChangeAspect="1"/>
          </p:cNvPicPr>
          <p:nvPr/>
        </p:nvPicPr>
        <p:blipFill>
          <a:blip r:embed="rId4"/>
          <a:stretch>
            <a:fillRect/>
          </a:stretch>
        </p:blipFill>
        <p:spPr>
          <a:xfrm>
            <a:off x="425127" y="2065020"/>
            <a:ext cx="4937731" cy="2494398"/>
          </a:xfrm>
          <a:prstGeom prst="rect">
            <a:avLst/>
          </a:prstGeom>
        </p:spPr>
      </p:pic>
      <p:pic>
        <p:nvPicPr>
          <p:cNvPr id="7" name="Picture 6" descr="A white sheet with red circles and black text&#10;&#10;AI-generated content may be incorrect.">
            <a:extLst>
              <a:ext uri="{FF2B5EF4-FFF2-40B4-BE49-F238E27FC236}">
                <a16:creationId xmlns:a16="http://schemas.microsoft.com/office/drawing/2014/main" id="{D0BAD082-3B2A-66A1-9D4B-C07E59DCB57B}"/>
              </a:ext>
            </a:extLst>
          </p:cNvPr>
          <p:cNvPicPr>
            <a:picLocks noChangeAspect="1"/>
          </p:cNvPicPr>
          <p:nvPr/>
        </p:nvPicPr>
        <p:blipFill>
          <a:blip r:embed="rId5"/>
          <a:srcRect l="1931" t="549" r="3034" b="-11172"/>
          <a:stretch>
            <a:fillRect/>
          </a:stretch>
        </p:blipFill>
        <p:spPr>
          <a:xfrm>
            <a:off x="7238084" y="1401613"/>
            <a:ext cx="4338127" cy="3813481"/>
          </a:xfrm>
          <a:prstGeom prst="rect">
            <a:avLst/>
          </a:prstGeom>
        </p:spPr>
      </p:pic>
      <p:pic>
        <p:nvPicPr>
          <p:cNvPr id="8" name="Picture 7" descr="A grid of red circles&#10;&#10;AI-generated content may be incorrect.">
            <a:extLst>
              <a:ext uri="{FF2B5EF4-FFF2-40B4-BE49-F238E27FC236}">
                <a16:creationId xmlns:a16="http://schemas.microsoft.com/office/drawing/2014/main" id="{E9B829D3-AE45-4549-1011-9259F80217ED}"/>
              </a:ext>
            </a:extLst>
          </p:cNvPr>
          <p:cNvPicPr>
            <a:picLocks noChangeAspect="1"/>
          </p:cNvPicPr>
          <p:nvPr/>
        </p:nvPicPr>
        <p:blipFill>
          <a:blip r:embed="rId6"/>
          <a:stretch>
            <a:fillRect/>
          </a:stretch>
        </p:blipFill>
        <p:spPr>
          <a:xfrm>
            <a:off x="7224767" y="4812969"/>
            <a:ext cx="4353947" cy="2043570"/>
          </a:xfrm>
          <a:prstGeom prst="rect">
            <a:avLst/>
          </a:prstGeom>
        </p:spPr>
      </p:pic>
      <p:sp>
        <p:nvSpPr>
          <p:cNvPr id="11" name="TextBox 10">
            <a:extLst>
              <a:ext uri="{FF2B5EF4-FFF2-40B4-BE49-F238E27FC236}">
                <a16:creationId xmlns:a16="http://schemas.microsoft.com/office/drawing/2014/main" id="{56CAAD6C-C962-D098-F145-57C1894CF0D2}"/>
              </a:ext>
            </a:extLst>
          </p:cNvPr>
          <p:cNvSpPr txBox="1"/>
          <p:nvPr/>
        </p:nvSpPr>
        <p:spPr>
          <a:xfrm>
            <a:off x="1610423" y="1530274"/>
            <a:ext cx="2869659" cy="3693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Post-task evaluation</a:t>
            </a:r>
          </a:p>
        </p:txBody>
      </p:sp>
      <p:sp>
        <p:nvSpPr>
          <p:cNvPr id="12" name="TextBox 11">
            <a:extLst>
              <a:ext uri="{FF2B5EF4-FFF2-40B4-BE49-F238E27FC236}">
                <a16:creationId xmlns:a16="http://schemas.microsoft.com/office/drawing/2014/main" id="{55D5915B-BB9B-DC97-5D7B-A4410FCBC748}"/>
              </a:ext>
            </a:extLst>
          </p:cNvPr>
          <p:cNvSpPr txBox="1"/>
          <p:nvPr/>
        </p:nvSpPr>
        <p:spPr>
          <a:xfrm>
            <a:off x="8585704" y="842015"/>
            <a:ext cx="2869659" cy="3693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Post-test evaluation</a:t>
            </a:r>
          </a:p>
        </p:txBody>
      </p:sp>
    </p:spTree>
    <p:extLst>
      <p:ext uri="{BB962C8B-B14F-4D97-AF65-F5344CB8AC3E}">
        <p14:creationId xmlns:p14="http://schemas.microsoft.com/office/powerpoint/2010/main" val="1444186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848D1-6F9A-EA61-7644-0CDC7B2A80F5}"/>
              </a:ext>
            </a:extLst>
          </p:cNvPr>
          <p:cNvSpPr>
            <a:spLocks noGrp="1"/>
          </p:cNvSpPr>
          <p:nvPr>
            <p:ph type="title"/>
          </p:nvPr>
        </p:nvSpPr>
        <p:spPr/>
        <p:txBody>
          <a:bodyPr/>
          <a:lstStyle/>
          <a:p>
            <a:r>
              <a:rPr lang="en-GB"/>
              <a:t>User Evaluations</a:t>
            </a:r>
          </a:p>
        </p:txBody>
      </p:sp>
      <p:sp>
        <p:nvSpPr>
          <p:cNvPr id="3" name="Content Placeholder 2">
            <a:extLst>
              <a:ext uri="{FF2B5EF4-FFF2-40B4-BE49-F238E27FC236}">
                <a16:creationId xmlns:a16="http://schemas.microsoft.com/office/drawing/2014/main" id="{23FE3435-0819-A6B2-F146-26A68248870E}"/>
              </a:ext>
            </a:extLst>
          </p:cNvPr>
          <p:cNvSpPr>
            <a:spLocks noGrp="1"/>
          </p:cNvSpPr>
          <p:nvPr>
            <p:ph idx="1"/>
          </p:nvPr>
        </p:nvSpPr>
        <p:spPr>
          <a:xfrm>
            <a:off x="6928055" y="1696576"/>
            <a:ext cx="5089423" cy="4769208"/>
          </a:xfrm>
        </p:spPr>
        <p:txBody>
          <a:bodyPr vert="horz" lIns="91440" tIns="45720" rIns="91440" bIns="45720" rtlCol="0" anchor="t">
            <a:normAutofit/>
          </a:bodyPr>
          <a:lstStyle/>
          <a:p>
            <a:pPr marL="457200" lvl="1" indent="0">
              <a:buNone/>
            </a:pPr>
            <a:r>
              <a:rPr lang="en-GB" sz="1900"/>
              <a:t>Key points taken from feedback</a:t>
            </a:r>
            <a:endParaRPr lang="en-US" sz="1900"/>
          </a:p>
          <a:p>
            <a:pPr lvl="2">
              <a:buFont typeface="Wingdings,Sans-Serif" panose="020B0604020202020204" pitchFamily="34" charset="0"/>
              <a:buChar char="§"/>
            </a:pPr>
            <a:r>
              <a:rPr lang="en-GB" sz="1600"/>
              <a:t>General feedback was positive.</a:t>
            </a:r>
            <a:endParaRPr lang="en-US" sz="1600"/>
          </a:p>
          <a:p>
            <a:pPr lvl="2">
              <a:buFont typeface="Wingdings,Sans-Serif" panose="020B0604020202020204" pitchFamily="34" charset="0"/>
              <a:buChar char="§"/>
            </a:pPr>
            <a:r>
              <a:rPr lang="en-GB" sz="1600"/>
              <a:t>Primary features were received very well by users.</a:t>
            </a:r>
          </a:p>
          <a:p>
            <a:pPr lvl="2">
              <a:buFont typeface="Wingdings,Sans-Serif" panose="020B0604020202020204" pitchFamily="34" charset="0"/>
              <a:buChar char="§"/>
            </a:pPr>
            <a:r>
              <a:rPr lang="en-GB" sz="1600"/>
              <a:t>Most appreciated  secondary feature was the option to have an account.</a:t>
            </a:r>
            <a:endParaRPr lang="en-US" sz="1600"/>
          </a:p>
          <a:p>
            <a:pPr marL="457200" lvl="1" indent="0">
              <a:buNone/>
            </a:pPr>
            <a:r>
              <a:rPr lang="en-GB" sz="1900"/>
              <a:t>What was changed?</a:t>
            </a:r>
            <a:endParaRPr lang="en-US" sz="1900"/>
          </a:p>
          <a:p>
            <a:pPr lvl="2">
              <a:buFont typeface="Wingdings,Sans-Serif" panose="020B0604020202020204" pitchFamily="34" charset="0"/>
              <a:buChar char="§"/>
            </a:pPr>
            <a:r>
              <a:rPr lang="en-GB" sz="1600"/>
              <a:t>Pin drop was modified.</a:t>
            </a:r>
            <a:endParaRPr lang="en-US" sz="1600"/>
          </a:p>
          <a:p>
            <a:pPr lvl="2">
              <a:buFont typeface="Wingdings,Sans-Serif" panose="020B0604020202020204" pitchFamily="34" charset="0"/>
              <a:buChar char="§"/>
            </a:pPr>
            <a:r>
              <a:rPr lang="en-GB" sz="1600"/>
              <a:t>Icon locations rearranged for accessibility purposes.</a:t>
            </a:r>
          </a:p>
          <a:p>
            <a:pPr lvl="2">
              <a:buFont typeface="Wingdings,Sans-Serif" panose="020B0604020202020204" pitchFamily="34" charset="0"/>
              <a:buChar char="§"/>
            </a:pPr>
            <a:r>
              <a:rPr lang="en-GB" sz="1600"/>
              <a:t>Some features were made accessible to everyone, not just those with accounts.</a:t>
            </a:r>
          </a:p>
          <a:p>
            <a:pPr marL="457200" lvl="1" indent="0">
              <a:buNone/>
            </a:pPr>
            <a:r>
              <a:rPr lang="en-GB" sz="1900"/>
              <a:t>Important conclusions from results</a:t>
            </a:r>
            <a:endParaRPr lang="en-US" sz="1900"/>
          </a:p>
          <a:p>
            <a:pPr lvl="2">
              <a:buFont typeface="Wingdings,Sans-Serif" panose="020B0604020202020204" pitchFamily="34" charset="0"/>
              <a:buChar char="§"/>
            </a:pPr>
            <a:r>
              <a:rPr lang="en-GB" sz="1500"/>
              <a:t>Issues around the use of the pin drop to mark a location.</a:t>
            </a:r>
            <a:endParaRPr lang="en-US" sz="1500"/>
          </a:p>
          <a:p>
            <a:pPr lvl="2">
              <a:buFont typeface="Wingdings,Sans-Serif" panose="020B0604020202020204" pitchFamily="34" charset="0"/>
              <a:buChar char="§"/>
            </a:pPr>
            <a:r>
              <a:rPr lang="en-GB" sz="1500"/>
              <a:t>Issues around the display of traffic on the map.</a:t>
            </a:r>
          </a:p>
        </p:txBody>
      </p:sp>
      <p:pic>
        <p:nvPicPr>
          <p:cNvPr id="4" name="Picture 3">
            <a:extLst>
              <a:ext uri="{FF2B5EF4-FFF2-40B4-BE49-F238E27FC236}">
                <a16:creationId xmlns:a16="http://schemas.microsoft.com/office/drawing/2014/main" id="{BAB77E5E-B2F8-190E-2C3B-AA3191F040D2}"/>
              </a:ext>
            </a:extLst>
          </p:cNvPr>
          <p:cNvPicPr>
            <a:picLocks noChangeAspect="1"/>
          </p:cNvPicPr>
          <p:nvPr/>
        </p:nvPicPr>
        <p:blipFill>
          <a:blip r:embed="rId3"/>
          <a:stretch>
            <a:fillRect/>
          </a:stretch>
        </p:blipFill>
        <p:spPr>
          <a:xfrm>
            <a:off x="148712" y="1761818"/>
            <a:ext cx="7101349" cy="4305300"/>
          </a:xfrm>
          <a:prstGeom prst="rect">
            <a:avLst/>
          </a:prstGeom>
        </p:spPr>
      </p:pic>
    </p:spTree>
    <p:extLst>
      <p:ext uri="{BB962C8B-B14F-4D97-AF65-F5344CB8AC3E}">
        <p14:creationId xmlns:p14="http://schemas.microsoft.com/office/powerpoint/2010/main" val="2890484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332F0C-0D9C-9FD0-1182-FA98FA87E36E}"/>
              </a:ext>
            </a:extLst>
          </p:cNvPr>
          <p:cNvSpPr>
            <a:spLocks noGrp="1"/>
          </p:cNvSpPr>
          <p:nvPr>
            <p:ph type="title"/>
          </p:nvPr>
        </p:nvSpPr>
        <p:spPr>
          <a:xfrm>
            <a:off x="838200" y="365125"/>
            <a:ext cx="10515600" cy="1325563"/>
          </a:xfrm>
        </p:spPr>
        <p:txBody>
          <a:bodyPr>
            <a:normAutofit/>
          </a:bodyPr>
          <a:lstStyle/>
          <a:p>
            <a:r>
              <a:rPr lang="en-GB" sz="5400"/>
              <a:t>Group reflection</a:t>
            </a:r>
            <a:endParaRPr lang="en-US" sz="5400"/>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ntent Placeholder 2">
            <a:extLst>
              <a:ext uri="{FF2B5EF4-FFF2-40B4-BE49-F238E27FC236}">
                <a16:creationId xmlns:a16="http://schemas.microsoft.com/office/drawing/2014/main" id="{52200FA8-060C-D699-8EB9-700567BC90D9}"/>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GB" sz="2000"/>
              <a:t>What went well</a:t>
            </a:r>
          </a:p>
          <a:p>
            <a:pPr marL="0" indent="0">
              <a:buNone/>
            </a:pPr>
            <a:r>
              <a:rPr lang="en-GB" sz="1500"/>
              <a:t>We stuck to our time schedule for when things had to be completed.</a:t>
            </a:r>
            <a:br>
              <a:rPr lang="en-GB" sz="1500"/>
            </a:br>
            <a:r>
              <a:rPr lang="en-GB" sz="1500"/>
              <a:t>Communication within the team was strong, all issues or conflicts were talked about before they became significant. </a:t>
            </a:r>
            <a:endParaRPr lang="en-US" sz="1500"/>
          </a:p>
          <a:p>
            <a:pPr marL="0" indent="0">
              <a:buNone/>
            </a:pPr>
            <a:endParaRPr lang="en-GB" sz="1500"/>
          </a:p>
          <a:p>
            <a:pPr marL="0" indent="0">
              <a:buNone/>
            </a:pPr>
            <a:r>
              <a:rPr lang="en-GB" sz="2000"/>
              <a:t>What didn't go as well</a:t>
            </a:r>
          </a:p>
          <a:p>
            <a:pPr marL="0" indent="0">
              <a:buNone/>
            </a:pPr>
            <a:r>
              <a:rPr lang="en-GB" sz="1500"/>
              <a:t>The same version of the website would sometimes only run for one or two members of the group, whilst other times it would work for everyone but one member. This issue was long-standing and came and went throughout the project. </a:t>
            </a:r>
          </a:p>
          <a:p>
            <a:pPr marL="0" indent="0">
              <a:buNone/>
            </a:pPr>
            <a:endParaRPr lang="en-GB" sz="1500"/>
          </a:p>
          <a:p>
            <a:pPr marL="0" indent="0">
              <a:buNone/>
            </a:pPr>
            <a:r>
              <a:rPr lang="en-GB" sz="2000"/>
              <a:t>Things we would change</a:t>
            </a:r>
          </a:p>
          <a:p>
            <a:pPr marL="0" indent="0">
              <a:buNone/>
            </a:pPr>
            <a:r>
              <a:rPr lang="en-GB" sz="1500"/>
              <a:t>The routing algorithm was something that became quite messy. If doing it again, try and create a more complete version of it in a shorter amount of time rather than let it evolve over months of development, which caused some minor hiccups and longer routing times. </a:t>
            </a:r>
            <a:br>
              <a:rPr lang="en-GB" sz="1500"/>
            </a:br>
            <a:endParaRPr lang="en-GB" sz="1500"/>
          </a:p>
        </p:txBody>
      </p:sp>
    </p:spTree>
    <p:extLst>
      <p:ext uri="{BB962C8B-B14F-4D97-AF65-F5344CB8AC3E}">
        <p14:creationId xmlns:p14="http://schemas.microsoft.com/office/powerpoint/2010/main" val="2844349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839D8967EEBE74A972E93C915501135" ma:contentTypeVersion="8" ma:contentTypeDescription="Create a new document." ma:contentTypeScope="" ma:versionID="85c9b4584b62a831750344747528eb4b">
  <xsd:schema xmlns:xsd="http://www.w3.org/2001/XMLSchema" xmlns:xs="http://www.w3.org/2001/XMLSchema" xmlns:p="http://schemas.microsoft.com/office/2006/metadata/properties" xmlns:ns2="3dfc8c31-a495-44d1-bbd5-a817da5c1dbe" targetNamespace="http://schemas.microsoft.com/office/2006/metadata/properties" ma:root="true" ma:fieldsID="18cc0594d28fd0876a7fb27bf60a3052" ns2:_="">
    <xsd:import namespace="3dfc8c31-a495-44d1-bbd5-a817da5c1db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fc8c31-a495-44d1-bbd5-a817da5c1d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Location" ma:index="14" nillable="true" ma:displayName="Location" ma:indexed="true" ma:internalName="MediaServiceLocatio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1A9B89B-D18C-4763-92EF-3F18CCAD9883}">
  <ds:schemaRefs>
    <ds:schemaRef ds:uri="http://schemas.microsoft.com/office/2006/metadata/properties"/>
    <ds:schemaRef ds:uri="http://schemas.microsoft.com/office/infopath/2007/PartnerControls"/>
    <ds:schemaRef ds:uri="http://www.w3.org/2000/xmlns/"/>
  </ds:schemaRefs>
</ds:datastoreItem>
</file>

<file path=customXml/itemProps2.xml><?xml version="1.0" encoding="utf-8"?>
<ds:datastoreItem xmlns:ds="http://schemas.openxmlformats.org/officeDocument/2006/customXml" ds:itemID="{AB773918-2EF2-4675-99FA-1303EB3CA9EC}">
  <ds:schemaRefs>
    <ds:schemaRef ds:uri="http://schemas.microsoft.com/sharepoint/v3/contenttype/forms"/>
  </ds:schemaRefs>
</ds:datastoreItem>
</file>

<file path=customXml/itemProps3.xml><?xml version="1.0" encoding="utf-8"?>
<ds:datastoreItem xmlns:ds="http://schemas.openxmlformats.org/officeDocument/2006/customXml" ds:itemID="{B8D0E348-A0AC-4AF1-9BB1-1AB2CC9DABEC}">
  <ds:schemaRefs>
    <ds:schemaRef ds:uri="3dfc8c31-a495-44d1-bbd5-a817da5c1db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8</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SCC.200 Presentation Go Lancs Travel Website </vt:lpstr>
      <vt:lpstr>Application description – UI</vt:lpstr>
      <vt:lpstr>Application description – UI</vt:lpstr>
      <vt:lpstr>Project Architecture</vt:lpstr>
      <vt:lpstr>Implementation process</vt:lpstr>
      <vt:lpstr>User Evaluations</vt:lpstr>
      <vt:lpstr>User Evaluations</vt:lpstr>
      <vt:lpstr>Group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SCC.200 Presentation Go Lancs Travel Website </dc:title>
  <dc:creator>Emily Birtwhistle</dc:creator>
  <cp:revision>2</cp:revision>
  <dcterms:created xsi:type="dcterms:W3CDTF">2026-04-15T15:01:15Z</dcterms:created>
  <dcterms:modified xsi:type="dcterms:W3CDTF">2026-05-14T16:57:33Z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0x0101007839D8967EEBE74A972E93C915501135</vt:lpwstr>
  </property>
</Properties>
</file>